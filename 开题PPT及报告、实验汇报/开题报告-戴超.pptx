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7.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8.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9.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3.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4.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16.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7.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8.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9.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20.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21.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2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23.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24.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7" r:id="rId2"/>
    <p:sldId id="259" r:id="rId3"/>
    <p:sldId id="261" r:id="rId4"/>
    <p:sldId id="262" r:id="rId5"/>
    <p:sldId id="263" r:id="rId6"/>
    <p:sldId id="264" r:id="rId7"/>
    <p:sldId id="265" r:id="rId8"/>
    <p:sldId id="266" r:id="rId9"/>
    <p:sldId id="290"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9" r:id="rId24"/>
    <p:sldId id="280" r:id="rId25"/>
    <p:sldId id="281" r:id="rId26"/>
    <p:sldId id="282" r:id="rId27"/>
    <p:sldId id="283" r:id="rId28"/>
    <p:sldId id="291" r:id="rId29"/>
    <p:sldId id="284" r:id="rId30"/>
    <p:sldId id="258" r:id="rId3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0A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132" d="100"/>
          <a:sy n="132" d="100"/>
        </p:scale>
        <p:origin x="244" y="68"/>
      </p:cViewPr>
      <p:guideLst>
        <p:guide orient="horz" pos="1620"/>
        <p:guide pos="2880"/>
      </p:guideLst>
    </p:cSldViewPr>
  </p:slideViewPr>
  <p:notesTextViewPr>
    <p:cViewPr>
      <p:scale>
        <a:sx n="100" d="100"/>
        <a:sy n="100" d="100"/>
      </p:scale>
      <p:origin x="0" y="0"/>
    </p:cViewPr>
  </p:notesTextViewPr>
  <p:gridSpacing cx="72010" cy="7201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ACF0DB-ECEB-45ED-AAA9-2EAABDEB113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97CFA716-45CB-4578-A578-705E7FB07288}">
      <dgm:prSet phldrT="[文本]" custT="1"/>
      <dgm:spPr/>
      <dgm: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尼龙</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dgm:t>
    </dgm:pt>
    <dgm:pt modelId="{D5ACBC38-A23C-4E26-B43D-889DA8D95A30}" type="parTrans" cxnId="{7AD0A37E-1048-4477-8F9E-21EEB24ED4B5}">
      <dgm:prSet/>
      <dgm:spPr/>
      <dgm:t>
        <a:bodyPr/>
        <a:lstStyle/>
        <a:p>
          <a:endParaRPr lang="zh-CN" altLang="en-US" sz="1600">
            <a:latin typeface="Times New Roman" panose="02020603050405020304" pitchFamily="18" charset="0"/>
            <a:ea typeface="微软雅黑" panose="020B0503020204020204" pitchFamily="34" charset="-122"/>
            <a:cs typeface="Times New Roman" panose="02020603050405020304" pitchFamily="18" charset="0"/>
          </a:endParaRPr>
        </a:p>
      </dgm:t>
    </dgm:pt>
    <dgm:pt modelId="{309505AE-3694-445A-BA85-817B6C196805}" type="sibTrans" cxnId="{7AD0A37E-1048-4477-8F9E-21EEB24ED4B5}">
      <dgm:prSet/>
      <dgm:spPr/>
      <dgm:t>
        <a:bodyPr/>
        <a:lstStyle/>
        <a:p>
          <a:endParaRPr lang="zh-CN" altLang="en-US" sz="1600">
            <a:latin typeface="Times New Roman" panose="02020603050405020304" pitchFamily="18" charset="0"/>
            <a:ea typeface="微软雅黑" panose="020B0503020204020204" pitchFamily="34" charset="-122"/>
            <a:cs typeface="Times New Roman" panose="02020603050405020304" pitchFamily="18" charset="0"/>
          </a:endParaRPr>
        </a:p>
      </dgm:t>
    </dgm:pt>
    <dgm:pt modelId="{678BAB52-FD80-4DE9-A4DB-5879361D369E}">
      <dgm:prSet phldrT="[文本]" custT="1"/>
      <dgm:spPr/>
      <dgm: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纤维级</a:t>
          </a:r>
        </a:p>
      </dgm:t>
    </dgm:pt>
    <dgm:pt modelId="{063D741B-CFE1-40FA-8F6E-78800D605BE9}" type="parTrans" cxnId="{F04A2494-01B7-4CFF-A803-BC78248EA767}">
      <dgm:prSet/>
      <dgm:spPr/>
      <dgm:t>
        <a:bodyPr/>
        <a:lstStyle/>
        <a:p>
          <a:endParaRPr lang="zh-CN" altLang="en-US" sz="1600">
            <a:latin typeface="Times New Roman" panose="02020603050405020304" pitchFamily="18" charset="0"/>
            <a:ea typeface="微软雅黑" panose="020B0503020204020204" pitchFamily="34" charset="-122"/>
            <a:cs typeface="Times New Roman" panose="02020603050405020304" pitchFamily="18" charset="0"/>
          </a:endParaRPr>
        </a:p>
      </dgm:t>
    </dgm:pt>
    <dgm:pt modelId="{9E8D429C-4894-4784-AF49-754B038D2A0A}" type="sibTrans" cxnId="{F04A2494-01B7-4CFF-A803-BC78248EA767}">
      <dgm:prSet/>
      <dgm:spPr/>
      <dgm:t>
        <a:bodyPr/>
        <a:lstStyle/>
        <a:p>
          <a:endParaRPr lang="zh-CN" altLang="en-US" sz="1600">
            <a:latin typeface="Times New Roman" panose="02020603050405020304" pitchFamily="18" charset="0"/>
            <a:ea typeface="微软雅黑" panose="020B0503020204020204" pitchFamily="34" charset="-122"/>
            <a:cs typeface="Times New Roman" panose="02020603050405020304" pitchFamily="18" charset="0"/>
          </a:endParaRPr>
        </a:p>
      </dgm:t>
    </dgm:pt>
    <dgm:pt modelId="{3FEE1EA4-3F5D-42C5-9B4A-2DA10012F55B}">
      <dgm:prSet phldrT="[文本]" custT="1"/>
      <dgm:spPr/>
      <dgm: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工程塑料级</a:t>
          </a:r>
        </a:p>
      </dgm:t>
    </dgm:pt>
    <dgm:pt modelId="{E0FA8096-9EB6-4EB6-8786-44EB6CBA5CF2}" type="parTrans" cxnId="{8FDDAC7C-39AA-4D65-B073-003E9312D5AE}">
      <dgm:prSet/>
      <dgm:spPr/>
      <dgm:t>
        <a:bodyPr/>
        <a:lstStyle/>
        <a:p>
          <a:endParaRPr lang="zh-CN" altLang="en-US" sz="1600">
            <a:latin typeface="Times New Roman" panose="02020603050405020304" pitchFamily="18" charset="0"/>
            <a:ea typeface="微软雅黑" panose="020B0503020204020204" pitchFamily="34" charset="-122"/>
            <a:cs typeface="Times New Roman" panose="02020603050405020304" pitchFamily="18" charset="0"/>
          </a:endParaRPr>
        </a:p>
      </dgm:t>
    </dgm:pt>
    <dgm:pt modelId="{A2235309-E8C2-464F-95F2-82B562F4D3A9}" type="sibTrans" cxnId="{8FDDAC7C-39AA-4D65-B073-003E9312D5AE}">
      <dgm:prSet/>
      <dgm:spPr/>
      <dgm:t>
        <a:bodyPr/>
        <a:lstStyle/>
        <a:p>
          <a:endParaRPr lang="zh-CN" altLang="en-US" sz="1600">
            <a:latin typeface="Times New Roman" panose="02020603050405020304" pitchFamily="18" charset="0"/>
            <a:ea typeface="微软雅黑" panose="020B0503020204020204" pitchFamily="34" charset="-122"/>
            <a:cs typeface="Times New Roman" panose="02020603050405020304" pitchFamily="18" charset="0"/>
          </a:endParaRPr>
        </a:p>
      </dgm:t>
    </dgm:pt>
    <dgm:pt modelId="{27F39062-C230-4ACB-BC11-EB22E280A7B9}">
      <dgm:prSet phldrT="[文本]" custT="1"/>
      <dgm:spPr/>
      <dgm: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尼龙复合材料</a:t>
          </a:r>
        </a:p>
      </dgm:t>
    </dgm:pt>
    <dgm:pt modelId="{DEAC987F-1578-4FD3-8366-51024B6B1E00}" type="parTrans" cxnId="{69F1E737-6493-43DC-B86F-E8D29DE9E2AD}">
      <dgm:prSet/>
      <dgm:spPr/>
      <dgm:t>
        <a:bodyPr/>
        <a:lstStyle/>
        <a:p>
          <a:endParaRPr lang="zh-CN" altLang="en-US" sz="1600">
            <a:latin typeface="Times New Roman" panose="02020603050405020304" pitchFamily="18" charset="0"/>
            <a:ea typeface="微软雅黑" panose="020B0503020204020204" pitchFamily="34" charset="-122"/>
            <a:cs typeface="Times New Roman" panose="02020603050405020304" pitchFamily="18" charset="0"/>
          </a:endParaRPr>
        </a:p>
      </dgm:t>
    </dgm:pt>
    <dgm:pt modelId="{FA493FB2-7ABB-4373-A159-F1D5DBAFCAD9}" type="sibTrans" cxnId="{69F1E737-6493-43DC-B86F-E8D29DE9E2AD}">
      <dgm:prSet/>
      <dgm:spPr/>
      <dgm:t>
        <a:bodyPr/>
        <a:lstStyle/>
        <a:p>
          <a:endParaRPr lang="zh-CN" altLang="en-US" sz="1600">
            <a:latin typeface="Times New Roman" panose="02020603050405020304" pitchFamily="18" charset="0"/>
            <a:ea typeface="微软雅黑" panose="020B0503020204020204" pitchFamily="34" charset="-122"/>
            <a:cs typeface="Times New Roman" panose="02020603050405020304" pitchFamily="18" charset="0"/>
          </a:endParaRPr>
        </a:p>
      </dgm:t>
    </dgm:pt>
    <dgm:pt modelId="{E7D4424B-04D9-4987-A99A-9D2A33664BB5}">
      <dgm:prSet phldrT="[文本]" custT="1"/>
      <dgm:spPr/>
      <dgm: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拉膜级切片</a:t>
          </a:r>
        </a:p>
      </dgm:t>
    </dgm:pt>
    <dgm:pt modelId="{D448FAF6-C406-4752-AE1D-C000DC096D1D}" type="parTrans" cxnId="{4EE59DA8-5D68-4AB9-993F-9D91C85D9A9E}">
      <dgm:prSet/>
      <dgm:spPr/>
      <dgm:t>
        <a:bodyPr/>
        <a:lstStyle/>
        <a:p>
          <a:endParaRPr lang="zh-CN" altLang="en-US" sz="1600">
            <a:latin typeface="Times New Roman" panose="02020603050405020304" pitchFamily="18" charset="0"/>
            <a:ea typeface="微软雅黑" panose="020B0503020204020204" pitchFamily="34" charset="-122"/>
            <a:cs typeface="Times New Roman" panose="02020603050405020304" pitchFamily="18" charset="0"/>
          </a:endParaRPr>
        </a:p>
      </dgm:t>
    </dgm:pt>
    <dgm:pt modelId="{09161A65-6378-40D9-960F-5E531BAF7DB1}" type="sibTrans" cxnId="{4EE59DA8-5D68-4AB9-993F-9D91C85D9A9E}">
      <dgm:prSet/>
      <dgm:spPr/>
      <dgm:t>
        <a:bodyPr/>
        <a:lstStyle/>
        <a:p>
          <a:endParaRPr lang="zh-CN" altLang="en-US" sz="1600">
            <a:latin typeface="Times New Roman" panose="02020603050405020304" pitchFamily="18" charset="0"/>
            <a:ea typeface="微软雅黑" panose="020B0503020204020204" pitchFamily="34" charset="-122"/>
            <a:cs typeface="Times New Roman" panose="02020603050405020304" pitchFamily="18" charset="0"/>
          </a:endParaRPr>
        </a:p>
      </dgm:t>
    </dgm:pt>
    <dgm:pt modelId="{7CFFD50E-0C32-427A-B554-2DD10BBB33CB}" type="pres">
      <dgm:prSet presAssocID="{6FACF0DB-ECEB-45ED-AAA9-2EAABDEB113C}" presName="hierChild1" presStyleCnt="0">
        <dgm:presLayoutVars>
          <dgm:chPref val="1"/>
          <dgm:dir/>
          <dgm:animOne val="branch"/>
          <dgm:animLvl val="lvl"/>
          <dgm:resizeHandles/>
        </dgm:presLayoutVars>
      </dgm:prSet>
      <dgm:spPr/>
    </dgm:pt>
    <dgm:pt modelId="{0B2A5911-0B9E-41FB-BCF2-7A6A4723B1A3}" type="pres">
      <dgm:prSet presAssocID="{97CFA716-45CB-4578-A578-705E7FB07288}" presName="hierRoot1" presStyleCnt="0"/>
      <dgm:spPr/>
    </dgm:pt>
    <dgm:pt modelId="{5313B5F1-9CD1-40BA-8774-DD30EF0ED4F4}" type="pres">
      <dgm:prSet presAssocID="{97CFA716-45CB-4578-A578-705E7FB07288}" presName="composite" presStyleCnt="0"/>
      <dgm:spPr/>
    </dgm:pt>
    <dgm:pt modelId="{DE4772C3-9245-43E0-921F-764EAFF5620F}" type="pres">
      <dgm:prSet presAssocID="{97CFA716-45CB-4578-A578-705E7FB07288}" presName="background" presStyleLbl="node0" presStyleIdx="0" presStyleCnt="1"/>
      <dgm:spPr/>
    </dgm:pt>
    <dgm:pt modelId="{16099960-637F-4C5F-9734-CADDBB2DA183}" type="pres">
      <dgm:prSet presAssocID="{97CFA716-45CB-4578-A578-705E7FB07288}" presName="text" presStyleLbl="fgAcc0" presStyleIdx="0" presStyleCnt="1">
        <dgm:presLayoutVars>
          <dgm:chPref val="3"/>
        </dgm:presLayoutVars>
      </dgm:prSet>
      <dgm:spPr/>
    </dgm:pt>
    <dgm:pt modelId="{31F32BFF-B30C-45B0-B312-56B8E2B28B26}" type="pres">
      <dgm:prSet presAssocID="{97CFA716-45CB-4578-A578-705E7FB07288}" presName="hierChild2" presStyleCnt="0"/>
      <dgm:spPr/>
    </dgm:pt>
    <dgm:pt modelId="{0E2BFBF5-4C67-432D-86C7-B56C358F8D0E}" type="pres">
      <dgm:prSet presAssocID="{063D741B-CFE1-40FA-8F6E-78800D605BE9}" presName="Name10" presStyleLbl="parChTrans1D2" presStyleIdx="0" presStyleCnt="4"/>
      <dgm:spPr/>
    </dgm:pt>
    <dgm:pt modelId="{99F041E6-8900-46C8-B933-DD045BC8054F}" type="pres">
      <dgm:prSet presAssocID="{678BAB52-FD80-4DE9-A4DB-5879361D369E}" presName="hierRoot2" presStyleCnt="0"/>
      <dgm:spPr/>
    </dgm:pt>
    <dgm:pt modelId="{2C002B0F-119B-408A-8E23-17C557E0746B}" type="pres">
      <dgm:prSet presAssocID="{678BAB52-FD80-4DE9-A4DB-5879361D369E}" presName="composite2" presStyleCnt="0"/>
      <dgm:spPr/>
    </dgm:pt>
    <dgm:pt modelId="{131DFD64-C53F-4CD8-90F9-B480D613FCDB}" type="pres">
      <dgm:prSet presAssocID="{678BAB52-FD80-4DE9-A4DB-5879361D369E}" presName="background2" presStyleLbl="node2" presStyleIdx="0" presStyleCnt="4"/>
      <dgm:spPr/>
    </dgm:pt>
    <dgm:pt modelId="{746864A4-A571-4554-BFAF-AA2D9D1EDC97}" type="pres">
      <dgm:prSet presAssocID="{678BAB52-FD80-4DE9-A4DB-5879361D369E}" presName="text2" presStyleLbl="fgAcc2" presStyleIdx="0" presStyleCnt="4">
        <dgm:presLayoutVars>
          <dgm:chPref val="3"/>
        </dgm:presLayoutVars>
      </dgm:prSet>
      <dgm:spPr/>
    </dgm:pt>
    <dgm:pt modelId="{9D3A90AD-60EF-4A28-8020-42FD66F5BD92}" type="pres">
      <dgm:prSet presAssocID="{678BAB52-FD80-4DE9-A4DB-5879361D369E}" presName="hierChild3" presStyleCnt="0"/>
      <dgm:spPr/>
    </dgm:pt>
    <dgm:pt modelId="{73C8B2B2-0D7C-4A4A-A853-89AC17272185}" type="pres">
      <dgm:prSet presAssocID="{E0FA8096-9EB6-4EB6-8786-44EB6CBA5CF2}" presName="Name10" presStyleLbl="parChTrans1D2" presStyleIdx="1" presStyleCnt="4"/>
      <dgm:spPr/>
    </dgm:pt>
    <dgm:pt modelId="{6E95569E-4D36-4BA8-9959-384337F0DD79}" type="pres">
      <dgm:prSet presAssocID="{3FEE1EA4-3F5D-42C5-9B4A-2DA10012F55B}" presName="hierRoot2" presStyleCnt="0"/>
      <dgm:spPr/>
    </dgm:pt>
    <dgm:pt modelId="{520A3971-4A6E-4314-8B8B-B5C8887CCC9C}" type="pres">
      <dgm:prSet presAssocID="{3FEE1EA4-3F5D-42C5-9B4A-2DA10012F55B}" presName="composite2" presStyleCnt="0"/>
      <dgm:spPr/>
    </dgm:pt>
    <dgm:pt modelId="{22D53257-C787-4A27-8355-3308C3BB5E8D}" type="pres">
      <dgm:prSet presAssocID="{3FEE1EA4-3F5D-42C5-9B4A-2DA10012F55B}" presName="background2" presStyleLbl="node2" presStyleIdx="1" presStyleCnt="4"/>
      <dgm:spPr/>
    </dgm:pt>
    <dgm:pt modelId="{85AE5867-9630-43F4-8C73-25270F0A3760}" type="pres">
      <dgm:prSet presAssocID="{3FEE1EA4-3F5D-42C5-9B4A-2DA10012F55B}" presName="text2" presStyleLbl="fgAcc2" presStyleIdx="1" presStyleCnt="4">
        <dgm:presLayoutVars>
          <dgm:chPref val="3"/>
        </dgm:presLayoutVars>
      </dgm:prSet>
      <dgm:spPr/>
    </dgm:pt>
    <dgm:pt modelId="{EF1820AC-3E71-41EF-AF9B-D9366B22DD84}" type="pres">
      <dgm:prSet presAssocID="{3FEE1EA4-3F5D-42C5-9B4A-2DA10012F55B}" presName="hierChild3" presStyleCnt="0"/>
      <dgm:spPr/>
    </dgm:pt>
    <dgm:pt modelId="{F01B22CE-80D7-4F4C-B0CF-603BAC344970}" type="pres">
      <dgm:prSet presAssocID="{D448FAF6-C406-4752-AE1D-C000DC096D1D}" presName="Name10" presStyleLbl="parChTrans1D2" presStyleIdx="2" presStyleCnt="4"/>
      <dgm:spPr/>
    </dgm:pt>
    <dgm:pt modelId="{23BEEDDD-5C84-4D64-BE2C-FC8D67DB380D}" type="pres">
      <dgm:prSet presAssocID="{E7D4424B-04D9-4987-A99A-9D2A33664BB5}" presName="hierRoot2" presStyleCnt="0"/>
      <dgm:spPr/>
    </dgm:pt>
    <dgm:pt modelId="{0F45E1AB-D749-4496-A284-6CF025D7562C}" type="pres">
      <dgm:prSet presAssocID="{E7D4424B-04D9-4987-A99A-9D2A33664BB5}" presName="composite2" presStyleCnt="0"/>
      <dgm:spPr/>
    </dgm:pt>
    <dgm:pt modelId="{4497251C-5DB1-45C0-BC83-333D25129DBB}" type="pres">
      <dgm:prSet presAssocID="{E7D4424B-04D9-4987-A99A-9D2A33664BB5}" presName="background2" presStyleLbl="node2" presStyleIdx="2" presStyleCnt="4"/>
      <dgm:spPr/>
    </dgm:pt>
    <dgm:pt modelId="{CFACA82E-5CE8-4D32-8833-0486E2895EFF}" type="pres">
      <dgm:prSet presAssocID="{E7D4424B-04D9-4987-A99A-9D2A33664BB5}" presName="text2" presStyleLbl="fgAcc2" presStyleIdx="2" presStyleCnt="4">
        <dgm:presLayoutVars>
          <dgm:chPref val="3"/>
        </dgm:presLayoutVars>
      </dgm:prSet>
      <dgm:spPr/>
    </dgm:pt>
    <dgm:pt modelId="{E0DF756F-44C8-4996-A60C-5CE4C03D2FDB}" type="pres">
      <dgm:prSet presAssocID="{E7D4424B-04D9-4987-A99A-9D2A33664BB5}" presName="hierChild3" presStyleCnt="0"/>
      <dgm:spPr/>
    </dgm:pt>
    <dgm:pt modelId="{38B08DB7-07AC-4165-93B2-079203298C70}" type="pres">
      <dgm:prSet presAssocID="{DEAC987F-1578-4FD3-8366-51024B6B1E00}" presName="Name10" presStyleLbl="parChTrans1D2" presStyleIdx="3" presStyleCnt="4"/>
      <dgm:spPr/>
    </dgm:pt>
    <dgm:pt modelId="{B9804C95-2536-415A-9BB9-F392AE4BF3C1}" type="pres">
      <dgm:prSet presAssocID="{27F39062-C230-4ACB-BC11-EB22E280A7B9}" presName="hierRoot2" presStyleCnt="0"/>
      <dgm:spPr/>
    </dgm:pt>
    <dgm:pt modelId="{18D6ACF4-EC4B-4902-B8ED-04721032851D}" type="pres">
      <dgm:prSet presAssocID="{27F39062-C230-4ACB-BC11-EB22E280A7B9}" presName="composite2" presStyleCnt="0"/>
      <dgm:spPr/>
    </dgm:pt>
    <dgm:pt modelId="{9752C93B-9FD4-4881-A205-C743ACFCABA2}" type="pres">
      <dgm:prSet presAssocID="{27F39062-C230-4ACB-BC11-EB22E280A7B9}" presName="background2" presStyleLbl="node2" presStyleIdx="3" presStyleCnt="4"/>
      <dgm:spPr/>
    </dgm:pt>
    <dgm:pt modelId="{464DE64C-48BC-4254-A849-4B07C94180AC}" type="pres">
      <dgm:prSet presAssocID="{27F39062-C230-4ACB-BC11-EB22E280A7B9}" presName="text2" presStyleLbl="fgAcc2" presStyleIdx="3" presStyleCnt="4">
        <dgm:presLayoutVars>
          <dgm:chPref val="3"/>
        </dgm:presLayoutVars>
      </dgm:prSet>
      <dgm:spPr/>
    </dgm:pt>
    <dgm:pt modelId="{7A28E450-5140-4657-94C6-29B6B8CD9E46}" type="pres">
      <dgm:prSet presAssocID="{27F39062-C230-4ACB-BC11-EB22E280A7B9}" presName="hierChild3" presStyleCnt="0"/>
      <dgm:spPr/>
    </dgm:pt>
  </dgm:ptLst>
  <dgm:cxnLst>
    <dgm:cxn modelId="{1B68EB01-4CCE-4FE5-B665-526226E04261}" type="presOf" srcId="{D448FAF6-C406-4752-AE1D-C000DC096D1D}" destId="{F01B22CE-80D7-4F4C-B0CF-603BAC344970}" srcOrd="0" destOrd="0" presId="urn:microsoft.com/office/officeart/2005/8/layout/hierarchy1"/>
    <dgm:cxn modelId="{4F38E60E-3B3D-451E-A022-4F35E59A22BB}" type="presOf" srcId="{678BAB52-FD80-4DE9-A4DB-5879361D369E}" destId="{746864A4-A571-4554-BFAF-AA2D9D1EDC97}" srcOrd="0" destOrd="0" presId="urn:microsoft.com/office/officeart/2005/8/layout/hierarchy1"/>
    <dgm:cxn modelId="{7E6C4C13-68BE-4899-BCD8-866C25F586D1}" type="presOf" srcId="{063D741B-CFE1-40FA-8F6E-78800D605BE9}" destId="{0E2BFBF5-4C67-432D-86C7-B56C358F8D0E}" srcOrd="0" destOrd="0" presId="urn:microsoft.com/office/officeart/2005/8/layout/hierarchy1"/>
    <dgm:cxn modelId="{69F1E737-6493-43DC-B86F-E8D29DE9E2AD}" srcId="{97CFA716-45CB-4578-A578-705E7FB07288}" destId="{27F39062-C230-4ACB-BC11-EB22E280A7B9}" srcOrd="3" destOrd="0" parTransId="{DEAC987F-1578-4FD3-8366-51024B6B1E00}" sibTransId="{FA493FB2-7ABB-4373-A159-F1D5DBAFCAD9}"/>
    <dgm:cxn modelId="{42C92C49-ACEE-4601-B0DF-2AEBB9D276F9}" type="presOf" srcId="{DEAC987F-1578-4FD3-8366-51024B6B1E00}" destId="{38B08DB7-07AC-4165-93B2-079203298C70}" srcOrd="0" destOrd="0" presId="urn:microsoft.com/office/officeart/2005/8/layout/hierarchy1"/>
    <dgm:cxn modelId="{78930552-A641-4CB8-83BE-822CCC8A8A9C}" type="presOf" srcId="{6FACF0DB-ECEB-45ED-AAA9-2EAABDEB113C}" destId="{7CFFD50E-0C32-427A-B554-2DD10BBB33CB}" srcOrd="0" destOrd="0" presId="urn:microsoft.com/office/officeart/2005/8/layout/hierarchy1"/>
    <dgm:cxn modelId="{61833157-D8DF-4537-AD0B-8991A8F1DEDA}" type="presOf" srcId="{E0FA8096-9EB6-4EB6-8786-44EB6CBA5CF2}" destId="{73C8B2B2-0D7C-4A4A-A853-89AC17272185}" srcOrd="0" destOrd="0" presId="urn:microsoft.com/office/officeart/2005/8/layout/hierarchy1"/>
    <dgm:cxn modelId="{8FDDAC7C-39AA-4D65-B073-003E9312D5AE}" srcId="{97CFA716-45CB-4578-A578-705E7FB07288}" destId="{3FEE1EA4-3F5D-42C5-9B4A-2DA10012F55B}" srcOrd="1" destOrd="0" parTransId="{E0FA8096-9EB6-4EB6-8786-44EB6CBA5CF2}" sibTransId="{A2235309-E8C2-464F-95F2-82B562F4D3A9}"/>
    <dgm:cxn modelId="{7AD0A37E-1048-4477-8F9E-21EEB24ED4B5}" srcId="{6FACF0DB-ECEB-45ED-AAA9-2EAABDEB113C}" destId="{97CFA716-45CB-4578-A578-705E7FB07288}" srcOrd="0" destOrd="0" parTransId="{D5ACBC38-A23C-4E26-B43D-889DA8D95A30}" sibTransId="{309505AE-3694-445A-BA85-817B6C196805}"/>
    <dgm:cxn modelId="{F04A2494-01B7-4CFF-A803-BC78248EA767}" srcId="{97CFA716-45CB-4578-A578-705E7FB07288}" destId="{678BAB52-FD80-4DE9-A4DB-5879361D369E}" srcOrd="0" destOrd="0" parTransId="{063D741B-CFE1-40FA-8F6E-78800D605BE9}" sibTransId="{9E8D429C-4894-4784-AF49-754B038D2A0A}"/>
    <dgm:cxn modelId="{4EE59DA8-5D68-4AB9-993F-9D91C85D9A9E}" srcId="{97CFA716-45CB-4578-A578-705E7FB07288}" destId="{E7D4424B-04D9-4987-A99A-9D2A33664BB5}" srcOrd="2" destOrd="0" parTransId="{D448FAF6-C406-4752-AE1D-C000DC096D1D}" sibTransId="{09161A65-6378-40D9-960F-5E531BAF7DB1}"/>
    <dgm:cxn modelId="{401928BC-526C-4685-8821-80CE207247E4}" type="presOf" srcId="{27F39062-C230-4ACB-BC11-EB22E280A7B9}" destId="{464DE64C-48BC-4254-A849-4B07C94180AC}" srcOrd="0" destOrd="0" presId="urn:microsoft.com/office/officeart/2005/8/layout/hierarchy1"/>
    <dgm:cxn modelId="{B363FCDB-B8E5-4BCD-AA75-FC76AF350138}" type="presOf" srcId="{3FEE1EA4-3F5D-42C5-9B4A-2DA10012F55B}" destId="{85AE5867-9630-43F4-8C73-25270F0A3760}" srcOrd="0" destOrd="0" presId="urn:microsoft.com/office/officeart/2005/8/layout/hierarchy1"/>
    <dgm:cxn modelId="{8F09E1F4-8353-474F-9CC4-51A902685A9C}" type="presOf" srcId="{E7D4424B-04D9-4987-A99A-9D2A33664BB5}" destId="{CFACA82E-5CE8-4D32-8833-0486E2895EFF}" srcOrd="0" destOrd="0" presId="urn:microsoft.com/office/officeart/2005/8/layout/hierarchy1"/>
    <dgm:cxn modelId="{03205FF8-CA47-4D83-99FA-F0A813AA4202}" type="presOf" srcId="{97CFA716-45CB-4578-A578-705E7FB07288}" destId="{16099960-637F-4C5F-9734-CADDBB2DA183}" srcOrd="0" destOrd="0" presId="urn:microsoft.com/office/officeart/2005/8/layout/hierarchy1"/>
    <dgm:cxn modelId="{40575DBE-1B92-421E-94C0-2F1A0BBDC506}" type="presParOf" srcId="{7CFFD50E-0C32-427A-B554-2DD10BBB33CB}" destId="{0B2A5911-0B9E-41FB-BCF2-7A6A4723B1A3}" srcOrd="0" destOrd="0" presId="urn:microsoft.com/office/officeart/2005/8/layout/hierarchy1"/>
    <dgm:cxn modelId="{53AF9205-6CBB-4855-B89F-9D1027B29B30}" type="presParOf" srcId="{0B2A5911-0B9E-41FB-BCF2-7A6A4723B1A3}" destId="{5313B5F1-9CD1-40BA-8774-DD30EF0ED4F4}" srcOrd="0" destOrd="0" presId="urn:microsoft.com/office/officeart/2005/8/layout/hierarchy1"/>
    <dgm:cxn modelId="{DCA06B02-BAEA-4707-8736-CE0C28684885}" type="presParOf" srcId="{5313B5F1-9CD1-40BA-8774-DD30EF0ED4F4}" destId="{DE4772C3-9245-43E0-921F-764EAFF5620F}" srcOrd="0" destOrd="0" presId="urn:microsoft.com/office/officeart/2005/8/layout/hierarchy1"/>
    <dgm:cxn modelId="{4F516F30-3A18-4206-A4B1-55E03028D764}" type="presParOf" srcId="{5313B5F1-9CD1-40BA-8774-DD30EF0ED4F4}" destId="{16099960-637F-4C5F-9734-CADDBB2DA183}" srcOrd="1" destOrd="0" presId="urn:microsoft.com/office/officeart/2005/8/layout/hierarchy1"/>
    <dgm:cxn modelId="{A9A94450-7A09-4F7C-BB2F-D5B78A3D03C3}" type="presParOf" srcId="{0B2A5911-0B9E-41FB-BCF2-7A6A4723B1A3}" destId="{31F32BFF-B30C-45B0-B312-56B8E2B28B26}" srcOrd="1" destOrd="0" presId="urn:microsoft.com/office/officeart/2005/8/layout/hierarchy1"/>
    <dgm:cxn modelId="{EE7BE74F-29A4-4399-9271-62BED9E2AE05}" type="presParOf" srcId="{31F32BFF-B30C-45B0-B312-56B8E2B28B26}" destId="{0E2BFBF5-4C67-432D-86C7-B56C358F8D0E}" srcOrd="0" destOrd="0" presId="urn:microsoft.com/office/officeart/2005/8/layout/hierarchy1"/>
    <dgm:cxn modelId="{47125AFB-DF06-4091-A050-E3E082C4EB32}" type="presParOf" srcId="{31F32BFF-B30C-45B0-B312-56B8E2B28B26}" destId="{99F041E6-8900-46C8-B933-DD045BC8054F}" srcOrd="1" destOrd="0" presId="urn:microsoft.com/office/officeart/2005/8/layout/hierarchy1"/>
    <dgm:cxn modelId="{5B9ED1D6-BF40-4671-B357-35C94307351E}" type="presParOf" srcId="{99F041E6-8900-46C8-B933-DD045BC8054F}" destId="{2C002B0F-119B-408A-8E23-17C557E0746B}" srcOrd="0" destOrd="0" presId="urn:microsoft.com/office/officeart/2005/8/layout/hierarchy1"/>
    <dgm:cxn modelId="{32FCFA79-5BDF-4996-B7CA-5E2657055F28}" type="presParOf" srcId="{2C002B0F-119B-408A-8E23-17C557E0746B}" destId="{131DFD64-C53F-4CD8-90F9-B480D613FCDB}" srcOrd="0" destOrd="0" presId="urn:microsoft.com/office/officeart/2005/8/layout/hierarchy1"/>
    <dgm:cxn modelId="{A37D01E1-5394-4BE2-93D2-E8E9ED4A59A4}" type="presParOf" srcId="{2C002B0F-119B-408A-8E23-17C557E0746B}" destId="{746864A4-A571-4554-BFAF-AA2D9D1EDC97}" srcOrd="1" destOrd="0" presId="urn:microsoft.com/office/officeart/2005/8/layout/hierarchy1"/>
    <dgm:cxn modelId="{BEE1CAC2-0CFE-4D5B-8C77-465611024454}" type="presParOf" srcId="{99F041E6-8900-46C8-B933-DD045BC8054F}" destId="{9D3A90AD-60EF-4A28-8020-42FD66F5BD92}" srcOrd="1" destOrd="0" presId="urn:microsoft.com/office/officeart/2005/8/layout/hierarchy1"/>
    <dgm:cxn modelId="{52C59308-E448-4C4A-B110-40A9C6E70DE9}" type="presParOf" srcId="{31F32BFF-B30C-45B0-B312-56B8E2B28B26}" destId="{73C8B2B2-0D7C-4A4A-A853-89AC17272185}" srcOrd="2" destOrd="0" presId="urn:microsoft.com/office/officeart/2005/8/layout/hierarchy1"/>
    <dgm:cxn modelId="{AEFB095D-1A4B-4D52-BEC7-26B41FBA9AF0}" type="presParOf" srcId="{31F32BFF-B30C-45B0-B312-56B8E2B28B26}" destId="{6E95569E-4D36-4BA8-9959-384337F0DD79}" srcOrd="3" destOrd="0" presId="urn:microsoft.com/office/officeart/2005/8/layout/hierarchy1"/>
    <dgm:cxn modelId="{3E7E4775-1E90-441D-9D9D-41C840A9753B}" type="presParOf" srcId="{6E95569E-4D36-4BA8-9959-384337F0DD79}" destId="{520A3971-4A6E-4314-8B8B-B5C8887CCC9C}" srcOrd="0" destOrd="0" presId="urn:microsoft.com/office/officeart/2005/8/layout/hierarchy1"/>
    <dgm:cxn modelId="{195AC612-EDE8-4C56-8E4D-8C1A39D8169F}" type="presParOf" srcId="{520A3971-4A6E-4314-8B8B-B5C8887CCC9C}" destId="{22D53257-C787-4A27-8355-3308C3BB5E8D}" srcOrd="0" destOrd="0" presId="urn:microsoft.com/office/officeart/2005/8/layout/hierarchy1"/>
    <dgm:cxn modelId="{DE3CAC4C-68E8-4679-8707-DE220C23AEB8}" type="presParOf" srcId="{520A3971-4A6E-4314-8B8B-B5C8887CCC9C}" destId="{85AE5867-9630-43F4-8C73-25270F0A3760}" srcOrd="1" destOrd="0" presId="urn:microsoft.com/office/officeart/2005/8/layout/hierarchy1"/>
    <dgm:cxn modelId="{21AB4850-2DAC-47CD-B813-5E1CE3881813}" type="presParOf" srcId="{6E95569E-4D36-4BA8-9959-384337F0DD79}" destId="{EF1820AC-3E71-41EF-AF9B-D9366B22DD84}" srcOrd="1" destOrd="0" presId="urn:microsoft.com/office/officeart/2005/8/layout/hierarchy1"/>
    <dgm:cxn modelId="{A5FEFE75-09D2-4771-ACF5-8B1232519F78}" type="presParOf" srcId="{31F32BFF-B30C-45B0-B312-56B8E2B28B26}" destId="{F01B22CE-80D7-4F4C-B0CF-603BAC344970}" srcOrd="4" destOrd="0" presId="urn:microsoft.com/office/officeart/2005/8/layout/hierarchy1"/>
    <dgm:cxn modelId="{C7921B67-CCA1-4167-BC87-B37D6D5DA5EA}" type="presParOf" srcId="{31F32BFF-B30C-45B0-B312-56B8E2B28B26}" destId="{23BEEDDD-5C84-4D64-BE2C-FC8D67DB380D}" srcOrd="5" destOrd="0" presId="urn:microsoft.com/office/officeart/2005/8/layout/hierarchy1"/>
    <dgm:cxn modelId="{2D24297E-E800-4359-8D0F-3F623CE8846B}" type="presParOf" srcId="{23BEEDDD-5C84-4D64-BE2C-FC8D67DB380D}" destId="{0F45E1AB-D749-4496-A284-6CF025D7562C}" srcOrd="0" destOrd="0" presId="urn:microsoft.com/office/officeart/2005/8/layout/hierarchy1"/>
    <dgm:cxn modelId="{9660628E-57F4-461F-A44A-0ADBE23CB7FC}" type="presParOf" srcId="{0F45E1AB-D749-4496-A284-6CF025D7562C}" destId="{4497251C-5DB1-45C0-BC83-333D25129DBB}" srcOrd="0" destOrd="0" presId="urn:microsoft.com/office/officeart/2005/8/layout/hierarchy1"/>
    <dgm:cxn modelId="{40AB4DF6-0D8C-4696-B306-ECA4F835D6EA}" type="presParOf" srcId="{0F45E1AB-D749-4496-A284-6CF025D7562C}" destId="{CFACA82E-5CE8-4D32-8833-0486E2895EFF}" srcOrd="1" destOrd="0" presId="urn:microsoft.com/office/officeart/2005/8/layout/hierarchy1"/>
    <dgm:cxn modelId="{5D578C8E-30B0-4111-9DC0-8306E891B033}" type="presParOf" srcId="{23BEEDDD-5C84-4D64-BE2C-FC8D67DB380D}" destId="{E0DF756F-44C8-4996-A60C-5CE4C03D2FDB}" srcOrd="1" destOrd="0" presId="urn:microsoft.com/office/officeart/2005/8/layout/hierarchy1"/>
    <dgm:cxn modelId="{8BA97952-D478-41E8-AFB3-2E2C9CD35436}" type="presParOf" srcId="{31F32BFF-B30C-45B0-B312-56B8E2B28B26}" destId="{38B08DB7-07AC-4165-93B2-079203298C70}" srcOrd="6" destOrd="0" presId="urn:microsoft.com/office/officeart/2005/8/layout/hierarchy1"/>
    <dgm:cxn modelId="{E6B4972B-57E6-47A9-95BD-8C527D4D0B24}" type="presParOf" srcId="{31F32BFF-B30C-45B0-B312-56B8E2B28B26}" destId="{B9804C95-2536-415A-9BB9-F392AE4BF3C1}" srcOrd="7" destOrd="0" presId="urn:microsoft.com/office/officeart/2005/8/layout/hierarchy1"/>
    <dgm:cxn modelId="{B9A25551-64DA-4EBA-B240-44CD930BB030}" type="presParOf" srcId="{B9804C95-2536-415A-9BB9-F392AE4BF3C1}" destId="{18D6ACF4-EC4B-4902-B8ED-04721032851D}" srcOrd="0" destOrd="0" presId="urn:microsoft.com/office/officeart/2005/8/layout/hierarchy1"/>
    <dgm:cxn modelId="{9DECD70E-A3C1-4923-B550-09803026954A}" type="presParOf" srcId="{18D6ACF4-EC4B-4902-B8ED-04721032851D}" destId="{9752C93B-9FD4-4881-A205-C743ACFCABA2}" srcOrd="0" destOrd="0" presId="urn:microsoft.com/office/officeart/2005/8/layout/hierarchy1"/>
    <dgm:cxn modelId="{B036084D-FC5F-4CF5-B3A5-9FF13502E82C}" type="presParOf" srcId="{18D6ACF4-EC4B-4902-B8ED-04721032851D}" destId="{464DE64C-48BC-4254-A849-4B07C94180AC}" srcOrd="1" destOrd="0" presId="urn:microsoft.com/office/officeart/2005/8/layout/hierarchy1"/>
    <dgm:cxn modelId="{073F0D44-897D-4D02-9D8D-D134EF86BB7D}" type="presParOf" srcId="{B9804C95-2536-415A-9BB9-F392AE4BF3C1}" destId="{7A28E450-5140-4657-94C6-29B6B8CD9E46}" srcOrd="1" destOrd="0" presId="urn:microsoft.com/office/officeart/2005/8/layout/hierarchy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89D989-30E8-4058-9B09-6892D97DBF4E}" type="doc">
      <dgm:prSet loTypeId="urn:microsoft.com/office/officeart/2005/8/layout/hierarchy6" loCatId="hierarchy" qsTypeId="urn:microsoft.com/office/officeart/2005/8/quickstyle/3d3" qsCatId="3D" csTypeId="urn:microsoft.com/office/officeart/2005/8/colors/accent1_1" csCatId="accent1" phldr="1"/>
      <dgm:spPr/>
      <dgm:t>
        <a:bodyPr/>
        <a:lstStyle/>
        <a:p>
          <a:endParaRPr lang="zh-CN" altLang="en-US"/>
        </a:p>
      </dgm:t>
    </dgm:pt>
    <dgm:pt modelId="{E0AF3F94-3CB0-4F45-A51E-043E2D994160}">
      <dgm:prSet phldrT="[文本]" custT="1"/>
      <dgm:spPr/>
      <dgm:t>
        <a:bodyPr/>
        <a:lstStyle/>
        <a:p>
          <a:r>
            <a:rPr lang="zh-CN" altLang="en-US" sz="900" b="1" dirty="0">
              <a:latin typeface="微软雅黑" panose="020B0503020204020204" pitchFamily="34" charset="-122"/>
              <a:ea typeface="微软雅黑" panose="020B0503020204020204" pitchFamily="34" charset="-122"/>
            </a:rPr>
            <a:t>尼龙</a:t>
          </a:r>
          <a:r>
            <a:rPr lang="en-US" altLang="zh-CN" sz="900" b="1" dirty="0">
              <a:latin typeface="微软雅黑" panose="020B0503020204020204" pitchFamily="34" charset="-122"/>
              <a:ea typeface="微软雅黑" panose="020B0503020204020204" pitchFamily="34" charset="-122"/>
            </a:rPr>
            <a:t>6</a:t>
          </a:r>
          <a:r>
            <a:rPr lang="zh-CN" altLang="en-US" sz="900" b="1" dirty="0">
              <a:latin typeface="微软雅黑" panose="020B0503020204020204" pitchFamily="34" charset="-122"/>
              <a:ea typeface="微软雅黑" panose="020B0503020204020204" pitchFamily="34" charset="-122"/>
            </a:rPr>
            <a:t>回收方法</a:t>
          </a:r>
        </a:p>
      </dgm:t>
    </dgm:pt>
    <dgm:pt modelId="{2B8EF843-3568-478F-BBA4-E81C9493DA6A}" type="parTrans" cxnId="{E64B51DE-FFBA-463E-90B4-BEED9D8E9F9A}">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FA41C9D6-3429-492B-AD29-9FB9F0DA77C2}" type="sibTrans" cxnId="{E64B51DE-FFBA-463E-90B4-BEED9D8E9F9A}">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EFA781FE-24E1-4C58-BE1C-3D60BF69B352}">
      <dgm:prSet phldrT="[文本]" custT="1"/>
      <dgm:spPr/>
      <dgm:t>
        <a:bodyPr/>
        <a:lstStyle/>
        <a:p>
          <a:r>
            <a:rPr lang="zh-CN" altLang="en-US" sz="900" b="1" dirty="0">
              <a:latin typeface="微软雅黑" panose="020B0503020204020204" pitchFamily="34" charset="-122"/>
              <a:ea typeface="微软雅黑" panose="020B0503020204020204" pitchFamily="34" charset="-122"/>
            </a:rPr>
            <a:t>能量回收</a:t>
          </a:r>
        </a:p>
      </dgm:t>
    </dgm:pt>
    <dgm:pt modelId="{FA1ED030-357B-4390-87D1-DDF0EC66224A}" type="parTrans" cxnId="{04C0EC62-24C3-4319-9471-E9E4F84BD005}">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4EC6D1A9-1BA6-4A98-84D7-0D069DDBEFD2}" type="sibTrans" cxnId="{04C0EC62-24C3-4319-9471-E9E4F84BD005}">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0DF78A45-1291-4A0A-AA9A-5269FA1DE20C}">
      <dgm:prSet phldrT="[文本]" custT="1"/>
      <dgm:spPr/>
      <dgm:t>
        <a:bodyPr/>
        <a:lstStyle/>
        <a:p>
          <a:r>
            <a:rPr lang="zh-CN" altLang="en-US" sz="900" b="1" dirty="0">
              <a:latin typeface="微软雅黑" panose="020B0503020204020204" pitchFamily="34" charset="-122"/>
              <a:ea typeface="微软雅黑" panose="020B0503020204020204" pitchFamily="34" charset="-122"/>
            </a:rPr>
            <a:t>化学回收</a:t>
          </a:r>
        </a:p>
      </dgm:t>
    </dgm:pt>
    <dgm:pt modelId="{E0A1311B-0FD1-4CCE-83AC-F8244A421BDA}" type="parTrans" cxnId="{D11A998D-86AD-4610-87A8-EA08F06C3F05}">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F8847E6B-438F-4BDA-A01B-AFA1625540B7}" type="sibTrans" cxnId="{D11A998D-86AD-4610-87A8-EA08F06C3F05}">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6F74D0B3-E222-4751-87AA-2F1655BC1923}">
      <dgm:prSet phldrT="[文本]" custT="1"/>
      <dgm:spPr/>
      <dgm:t>
        <a:bodyPr/>
        <a:lstStyle/>
        <a:p>
          <a:r>
            <a:rPr lang="zh-CN" altLang="en-US" sz="900" b="1" dirty="0">
              <a:latin typeface="微软雅黑" panose="020B0503020204020204" pitchFamily="34" charset="-122"/>
              <a:ea typeface="微软雅黑" panose="020B0503020204020204" pitchFamily="34" charset="-122"/>
            </a:rPr>
            <a:t>物理回收</a:t>
          </a:r>
        </a:p>
      </dgm:t>
    </dgm:pt>
    <dgm:pt modelId="{FC123FE9-F058-45B0-BE85-D4D85724F169}" type="sibTrans" cxnId="{2ED27CB6-9915-4386-B961-D996F49626B6}">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1D7C3F88-3F42-4BA5-8B4F-8446A79A6C04}" type="parTrans" cxnId="{2ED27CB6-9915-4386-B961-D996F49626B6}">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33130795-237C-4FFA-845C-CFEB5ECA9128}">
      <dgm:prSet custT="1"/>
      <dgm:spPr/>
      <dgm:t>
        <a:bodyPr/>
        <a:lstStyle/>
        <a:p>
          <a:r>
            <a:rPr lang="zh-CN" altLang="en-US" sz="900" b="1" dirty="0">
              <a:latin typeface="微软雅黑" panose="020B0503020204020204" pitchFamily="34" charset="-122"/>
              <a:ea typeface="微软雅黑" panose="020B0503020204020204" pitchFamily="34" charset="-122"/>
            </a:rPr>
            <a:t>焚烧</a:t>
          </a:r>
        </a:p>
      </dgm:t>
    </dgm:pt>
    <dgm:pt modelId="{00E8D45C-0E89-441E-8D6F-EF437EB32D02}" type="parTrans" cxnId="{3CB36CE2-CF93-4D91-A06B-6301ACACDAB3}">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492F91F9-2BBF-490C-AEAC-7ABD427A833E}" type="sibTrans" cxnId="{3CB36CE2-CF93-4D91-A06B-6301ACACDAB3}">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10936A3F-F4E1-4A6E-BFEC-5DBC7929ABFF}">
      <dgm:prSet custT="1"/>
      <dgm:spPr/>
      <dgm:t>
        <a:bodyPr/>
        <a:lstStyle/>
        <a:p>
          <a:r>
            <a:rPr lang="zh-CN" altLang="en-US" sz="900" b="1" dirty="0">
              <a:latin typeface="微软雅黑" panose="020B0503020204020204" pitchFamily="34" charset="-122"/>
              <a:ea typeface="微软雅黑" panose="020B0503020204020204" pitchFamily="34" charset="-122"/>
            </a:rPr>
            <a:t>初级机械回收</a:t>
          </a:r>
        </a:p>
      </dgm:t>
    </dgm:pt>
    <dgm:pt modelId="{986D3E23-1DDD-4840-8180-60CCDC396C7B}" type="parTrans" cxnId="{B42F44A1-DDB2-479A-A83C-F14A09964C28}">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186D78C1-E20B-4763-BE5F-4515057A0059}" type="sibTrans" cxnId="{B42F44A1-DDB2-479A-A83C-F14A09964C28}">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07077962-2D47-4D77-96D6-4FA7320ABAED}">
      <dgm:prSet custT="1"/>
      <dgm:spPr/>
      <dgm:t>
        <a:bodyPr/>
        <a:lstStyle/>
        <a:p>
          <a:r>
            <a:rPr lang="zh-CN" altLang="en-US" sz="900" b="1" dirty="0">
              <a:latin typeface="微软雅黑" panose="020B0503020204020204" pitchFamily="34" charset="-122"/>
              <a:ea typeface="微软雅黑" panose="020B0503020204020204" pitchFamily="34" charset="-122"/>
            </a:rPr>
            <a:t>溶解</a:t>
          </a:r>
          <a:r>
            <a:rPr lang="en-US" altLang="zh-CN" sz="900" b="1" dirty="0">
              <a:latin typeface="微软雅黑" panose="020B0503020204020204" pitchFamily="34" charset="-122"/>
              <a:ea typeface="微软雅黑" panose="020B0503020204020204" pitchFamily="34" charset="-122"/>
            </a:rPr>
            <a:t>/</a:t>
          </a:r>
          <a:r>
            <a:rPr lang="zh-CN" altLang="en-US" sz="900" b="1" dirty="0">
              <a:latin typeface="微软雅黑" panose="020B0503020204020204" pitchFamily="34" charset="-122"/>
              <a:ea typeface="微软雅黑" panose="020B0503020204020204" pitchFamily="34" charset="-122"/>
            </a:rPr>
            <a:t>再沉淀法</a:t>
          </a:r>
        </a:p>
      </dgm:t>
    </dgm:pt>
    <dgm:pt modelId="{19B85912-3DBB-4F85-850D-37E7D362BB1C}" type="parTrans" cxnId="{AFF4DB70-69F9-4000-9D8C-21B48EF3609E}">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2EF0F34E-B628-49EC-A19E-E0D5ABBE3040}" type="sibTrans" cxnId="{AFF4DB70-69F9-4000-9D8C-21B48EF3609E}">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FBEA9B3A-D26C-41F6-96B1-4C86CEB739EB}">
      <dgm:prSet custT="1"/>
      <dgm:spPr/>
      <dgm:t>
        <a:bodyPr/>
        <a:lstStyle/>
        <a:p>
          <a:r>
            <a:rPr lang="zh-CN" altLang="en-US" sz="900" b="1" dirty="0">
              <a:latin typeface="微软雅黑" panose="020B0503020204020204" pitchFamily="34" charset="-122"/>
              <a:ea typeface="微软雅黑" panose="020B0503020204020204" pitchFamily="34" charset="-122"/>
            </a:rPr>
            <a:t>水解法</a:t>
          </a:r>
        </a:p>
      </dgm:t>
    </dgm:pt>
    <dgm:pt modelId="{CED9AD42-531B-4E1E-92A9-EBFFBB0A25AD}" type="parTrans" cxnId="{6F02DB9E-4D8D-4A64-A146-AA0AADEF3E25}">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C123F273-A6C7-4735-BE71-826946239232}" type="sibTrans" cxnId="{6F02DB9E-4D8D-4A64-A146-AA0AADEF3E25}">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CE198FCB-50D3-46C0-916E-91058311DE62}">
      <dgm:prSet custT="1"/>
      <dgm:spPr/>
      <dgm:t>
        <a:bodyPr/>
        <a:lstStyle/>
        <a:p>
          <a:r>
            <a:rPr lang="zh-CN" altLang="en-US" sz="900" b="1" dirty="0">
              <a:latin typeface="微软雅黑" panose="020B0503020204020204" pitchFamily="34" charset="-122"/>
              <a:ea typeface="微软雅黑" panose="020B0503020204020204" pitchFamily="34" charset="-122"/>
            </a:rPr>
            <a:t>醇解法</a:t>
          </a:r>
        </a:p>
      </dgm:t>
    </dgm:pt>
    <dgm:pt modelId="{B29CB42A-EE5F-4952-8137-4CE108336ADA}" type="parTrans" cxnId="{EFC40228-EF86-409B-8353-71602931A288}">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09B0C806-DE72-4845-B96F-74E08301DEA1}" type="sibTrans" cxnId="{EFC40228-EF86-409B-8353-71602931A288}">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BB0EB726-4E9D-4FA6-9AF6-409397C3B16C}">
      <dgm:prSet custT="1"/>
      <dgm:spPr/>
      <dgm:t>
        <a:bodyPr/>
        <a:lstStyle/>
        <a:p>
          <a:r>
            <a:rPr lang="zh-CN" altLang="en-US" sz="900" b="1" dirty="0">
              <a:latin typeface="微软雅黑" panose="020B0503020204020204" pitchFamily="34" charset="-122"/>
              <a:ea typeface="微软雅黑" panose="020B0503020204020204" pitchFamily="34" charset="-122"/>
            </a:rPr>
            <a:t>氨解法</a:t>
          </a:r>
        </a:p>
      </dgm:t>
    </dgm:pt>
    <dgm:pt modelId="{873A2605-1DB7-4EC7-82A9-8C9E3FC93738}" type="parTrans" cxnId="{E31F8C8C-C227-4258-9E2A-CF9D299218FB}">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4701963B-D960-4E6E-979D-2140C99FE9FA}" type="sibTrans" cxnId="{E31F8C8C-C227-4258-9E2A-CF9D299218FB}">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FBEE469A-14F0-4930-8687-0D120FBB23B1}">
      <dgm:prSet custT="1"/>
      <dgm:spPr/>
      <dgm:t>
        <a:bodyPr/>
        <a:lstStyle/>
        <a:p>
          <a:r>
            <a:rPr lang="zh-CN" altLang="en-US" sz="900" b="1" dirty="0">
              <a:latin typeface="微软雅黑" panose="020B0503020204020204" pitchFamily="34" charset="-122"/>
              <a:ea typeface="微软雅黑" panose="020B0503020204020204" pitchFamily="34" charset="-122"/>
            </a:rPr>
            <a:t>酸解法</a:t>
          </a:r>
        </a:p>
      </dgm:t>
    </dgm:pt>
    <dgm:pt modelId="{7EC3665D-4C92-4FF3-A1F6-7CFD1DD0CA0B}" type="parTrans" cxnId="{A8F17CC0-575A-4C30-A06A-0D9BBCBF6975}">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1D40D559-1B94-4136-B4E0-1199A957F6AA}" type="sibTrans" cxnId="{A8F17CC0-575A-4C30-A06A-0D9BBCBF6975}">
      <dgm:prSet/>
      <dgm:spPr/>
      <dgm:t>
        <a:bodyPr/>
        <a:lstStyle/>
        <a:p>
          <a:endParaRPr lang="zh-CN" altLang="en-US" sz="900" b="1">
            <a:latin typeface="微软雅黑" panose="020B0503020204020204" pitchFamily="34" charset="-122"/>
            <a:ea typeface="微软雅黑" panose="020B0503020204020204" pitchFamily="34" charset="-122"/>
          </a:endParaRPr>
        </a:p>
      </dgm:t>
    </dgm:pt>
    <dgm:pt modelId="{1E75C630-5391-4E29-B4B5-C5B4540CF6DD}" type="pres">
      <dgm:prSet presAssocID="{AE89D989-30E8-4058-9B09-6892D97DBF4E}" presName="mainComposite" presStyleCnt="0">
        <dgm:presLayoutVars>
          <dgm:chPref val="1"/>
          <dgm:dir/>
          <dgm:animOne val="branch"/>
          <dgm:animLvl val="lvl"/>
          <dgm:resizeHandles val="exact"/>
        </dgm:presLayoutVars>
      </dgm:prSet>
      <dgm:spPr/>
    </dgm:pt>
    <dgm:pt modelId="{427DCBC2-BAE5-4F4D-A886-2027879F59BB}" type="pres">
      <dgm:prSet presAssocID="{AE89D989-30E8-4058-9B09-6892D97DBF4E}" presName="hierFlow" presStyleCnt="0"/>
      <dgm:spPr/>
    </dgm:pt>
    <dgm:pt modelId="{AFE92A1E-6500-4B6C-91D9-D7900D325CBC}" type="pres">
      <dgm:prSet presAssocID="{AE89D989-30E8-4058-9B09-6892D97DBF4E}" presName="hierChild1" presStyleCnt="0">
        <dgm:presLayoutVars>
          <dgm:chPref val="1"/>
          <dgm:animOne val="branch"/>
          <dgm:animLvl val="lvl"/>
        </dgm:presLayoutVars>
      </dgm:prSet>
      <dgm:spPr/>
    </dgm:pt>
    <dgm:pt modelId="{F8A22429-5E2C-48A3-A983-363D4B925F0A}" type="pres">
      <dgm:prSet presAssocID="{E0AF3F94-3CB0-4F45-A51E-043E2D994160}" presName="Name14" presStyleCnt="0"/>
      <dgm:spPr/>
    </dgm:pt>
    <dgm:pt modelId="{183D0F00-4569-43C4-9C96-66774C456D76}" type="pres">
      <dgm:prSet presAssocID="{E0AF3F94-3CB0-4F45-A51E-043E2D994160}" presName="level1Shape" presStyleLbl="node0" presStyleIdx="0" presStyleCnt="1">
        <dgm:presLayoutVars>
          <dgm:chPref val="3"/>
        </dgm:presLayoutVars>
      </dgm:prSet>
      <dgm:spPr/>
    </dgm:pt>
    <dgm:pt modelId="{5785E920-4179-40D9-8346-7EA7D799FC0D}" type="pres">
      <dgm:prSet presAssocID="{E0AF3F94-3CB0-4F45-A51E-043E2D994160}" presName="hierChild2" presStyleCnt="0"/>
      <dgm:spPr/>
    </dgm:pt>
    <dgm:pt modelId="{DF3A1423-1A2A-43A6-93A1-2BD837C46A55}" type="pres">
      <dgm:prSet presAssocID="{FA1ED030-357B-4390-87D1-DDF0EC66224A}" presName="Name19" presStyleLbl="parChTrans1D2" presStyleIdx="0" presStyleCnt="3"/>
      <dgm:spPr/>
    </dgm:pt>
    <dgm:pt modelId="{37572B50-8AF7-463C-A415-3CE231E5B782}" type="pres">
      <dgm:prSet presAssocID="{EFA781FE-24E1-4C58-BE1C-3D60BF69B352}" presName="Name21" presStyleCnt="0"/>
      <dgm:spPr/>
    </dgm:pt>
    <dgm:pt modelId="{CD4012F9-E6F3-48EC-9607-679F21547530}" type="pres">
      <dgm:prSet presAssocID="{EFA781FE-24E1-4C58-BE1C-3D60BF69B352}" presName="level2Shape" presStyleLbl="node2" presStyleIdx="0" presStyleCnt="3"/>
      <dgm:spPr/>
    </dgm:pt>
    <dgm:pt modelId="{C077C32F-FD21-4555-823F-6B98776BE7BA}" type="pres">
      <dgm:prSet presAssocID="{EFA781FE-24E1-4C58-BE1C-3D60BF69B352}" presName="hierChild3" presStyleCnt="0"/>
      <dgm:spPr/>
    </dgm:pt>
    <dgm:pt modelId="{FBFA4EB4-A069-4D14-A402-385381EE27A3}" type="pres">
      <dgm:prSet presAssocID="{00E8D45C-0E89-441E-8D6F-EF437EB32D02}" presName="Name19" presStyleLbl="parChTrans1D3" presStyleIdx="0" presStyleCnt="7"/>
      <dgm:spPr/>
    </dgm:pt>
    <dgm:pt modelId="{24D4B925-6355-480F-9CD4-3B1F1F42FC3B}" type="pres">
      <dgm:prSet presAssocID="{33130795-237C-4FFA-845C-CFEB5ECA9128}" presName="Name21" presStyleCnt="0"/>
      <dgm:spPr/>
    </dgm:pt>
    <dgm:pt modelId="{29F54EC9-0F00-43A8-8850-350B8AF12CF5}" type="pres">
      <dgm:prSet presAssocID="{33130795-237C-4FFA-845C-CFEB5ECA9128}" presName="level2Shape" presStyleLbl="node3" presStyleIdx="0" presStyleCnt="7"/>
      <dgm:spPr/>
    </dgm:pt>
    <dgm:pt modelId="{980B5F41-6831-40DD-A83B-0DFED9DD7FC7}" type="pres">
      <dgm:prSet presAssocID="{33130795-237C-4FFA-845C-CFEB5ECA9128}" presName="hierChild3" presStyleCnt="0"/>
      <dgm:spPr/>
    </dgm:pt>
    <dgm:pt modelId="{DBBE0D58-C6D7-4D85-AE8B-2C16E6446381}" type="pres">
      <dgm:prSet presAssocID="{1D7C3F88-3F42-4BA5-8B4F-8446A79A6C04}" presName="Name19" presStyleLbl="parChTrans1D2" presStyleIdx="1" presStyleCnt="3"/>
      <dgm:spPr/>
    </dgm:pt>
    <dgm:pt modelId="{45F35B84-353E-48D2-A291-F4B96FA0149E}" type="pres">
      <dgm:prSet presAssocID="{6F74D0B3-E222-4751-87AA-2F1655BC1923}" presName="Name21" presStyleCnt="0"/>
      <dgm:spPr/>
    </dgm:pt>
    <dgm:pt modelId="{941A07A2-4522-4BE5-AAD2-2F03912C7D77}" type="pres">
      <dgm:prSet presAssocID="{6F74D0B3-E222-4751-87AA-2F1655BC1923}" presName="level2Shape" presStyleLbl="node2" presStyleIdx="1" presStyleCnt="3"/>
      <dgm:spPr/>
    </dgm:pt>
    <dgm:pt modelId="{7CDB71F9-F483-4E26-A801-FE1F023E9028}" type="pres">
      <dgm:prSet presAssocID="{6F74D0B3-E222-4751-87AA-2F1655BC1923}" presName="hierChild3" presStyleCnt="0"/>
      <dgm:spPr/>
    </dgm:pt>
    <dgm:pt modelId="{37BC72CC-CEFE-4E44-A8C6-26D34D314269}" type="pres">
      <dgm:prSet presAssocID="{986D3E23-1DDD-4840-8180-60CCDC396C7B}" presName="Name19" presStyleLbl="parChTrans1D3" presStyleIdx="1" presStyleCnt="7"/>
      <dgm:spPr/>
    </dgm:pt>
    <dgm:pt modelId="{4A3BFF92-4B87-4A1B-B7CB-A8A9B0FA1BE3}" type="pres">
      <dgm:prSet presAssocID="{10936A3F-F4E1-4A6E-BFEC-5DBC7929ABFF}" presName="Name21" presStyleCnt="0"/>
      <dgm:spPr/>
    </dgm:pt>
    <dgm:pt modelId="{5ED30897-29CF-4D27-AC94-2CF0066605B2}" type="pres">
      <dgm:prSet presAssocID="{10936A3F-F4E1-4A6E-BFEC-5DBC7929ABFF}" presName="level2Shape" presStyleLbl="node3" presStyleIdx="1" presStyleCnt="7"/>
      <dgm:spPr/>
    </dgm:pt>
    <dgm:pt modelId="{EA756209-92A6-4DAC-9D67-D2F0D4F03BEF}" type="pres">
      <dgm:prSet presAssocID="{10936A3F-F4E1-4A6E-BFEC-5DBC7929ABFF}" presName="hierChild3" presStyleCnt="0"/>
      <dgm:spPr/>
    </dgm:pt>
    <dgm:pt modelId="{A754C901-2FA2-4D10-918C-81946949C051}" type="pres">
      <dgm:prSet presAssocID="{19B85912-3DBB-4F85-850D-37E7D362BB1C}" presName="Name19" presStyleLbl="parChTrans1D3" presStyleIdx="2" presStyleCnt="7"/>
      <dgm:spPr/>
    </dgm:pt>
    <dgm:pt modelId="{42B7DAE6-3351-4C43-8EE3-30583E873C7E}" type="pres">
      <dgm:prSet presAssocID="{07077962-2D47-4D77-96D6-4FA7320ABAED}" presName="Name21" presStyleCnt="0"/>
      <dgm:spPr/>
    </dgm:pt>
    <dgm:pt modelId="{0AB7E4DD-3923-4FCE-844C-2ADFCFB15491}" type="pres">
      <dgm:prSet presAssocID="{07077962-2D47-4D77-96D6-4FA7320ABAED}" presName="level2Shape" presStyleLbl="node3" presStyleIdx="2" presStyleCnt="7"/>
      <dgm:spPr/>
    </dgm:pt>
    <dgm:pt modelId="{798D7337-458A-4195-9037-175D1C9BADF9}" type="pres">
      <dgm:prSet presAssocID="{07077962-2D47-4D77-96D6-4FA7320ABAED}" presName="hierChild3" presStyleCnt="0"/>
      <dgm:spPr/>
    </dgm:pt>
    <dgm:pt modelId="{F0E6B67A-213B-40B9-BEB8-06F96DB2B01D}" type="pres">
      <dgm:prSet presAssocID="{E0A1311B-0FD1-4CCE-83AC-F8244A421BDA}" presName="Name19" presStyleLbl="parChTrans1D2" presStyleIdx="2" presStyleCnt="3"/>
      <dgm:spPr/>
    </dgm:pt>
    <dgm:pt modelId="{DD5754A0-2833-4051-A680-D0D3FE52FF38}" type="pres">
      <dgm:prSet presAssocID="{0DF78A45-1291-4A0A-AA9A-5269FA1DE20C}" presName="Name21" presStyleCnt="0"/>
      <dgm:spPr/>
    </dgm:pt>
    <dgm:pt modelId="{4ED35185-9B34-48A8-882D-300BDC396BE0}" type="pres">
      <dgm:prSet presAssocID="{0DF78A45-1291-4A0A-AA9A-5269FA1DE20C}" presName="level2Shape" presStyleLbl="node2" presStyleIdx="2" presStyleCnt="3"/>
      <dgm:spPr/>
    </dgm:pt>
    <dgm:pt modelId="{91435BBC-3307-4FE9-ACDA-F802BB229C09}" type="pres">
      <dgm:prSet presAssocID="{0DF78A45-1291-4A0A-AA9A-5269FA1DE20C}" presName="hierChild3" presStyleCnt="0"/>
      <dgm:spPr/>
    </dgm:pt>
    <dgm:pt modelId="{D1AB6A07-B86D-44BB-BA1A-E0CD56ABD235}" type="pres">
      <dgm:prSet presAssocID="{CED9AD42-531B-4E1E-92A9-EBFFBB0A25AD}" presName="Name19" presStyleLbl="parChTrans1D3" presStyleIdx="3" presStyleCnt="7"/>
      <dgm:spPr/>
    </dgm:pt>
    <dgm:pt modelId="{D4C1BD0B-F383-4D3B-A467-07D2D6A7E159}" type="pres">
      <dgm:prSet presAssocID="{FBEA9B3A-D26C-41F6-96B1-4C86CEB739EB}" presName="Name21" presStyleCnt="0"/>
      <dgm:spPr/>
    </dgm:pt>
    <dgm:pt modelId="{B52FE222-628F-4DFB-9908-B416A9A1AD69}" type="pres">
      <dgm:prSet presAssocID="{FBEA9B3A-D26C-41F6-96B1-4C86CEB739EB}" presName="level2Shape" presStyleLbl="node3" presStyleIdx="3" presStyleCnt="7"/>
      <dgm:spPr/>
    </dgm:pt>
    <dgm:pt modelId="{D338DF4C-E587-49F0-8D5E-8E2F1D4EA178}" type="pres">
      <dgm:prSet presAssocID="{FBEA9B3A-D26C-41F6-96B1-4C86CEB739EB}" presName="hierChild3" presStyleCnt="0"/>
      <dgm:spPr/>
    </dgm:pt>
    <dgm:pt modelId="{47B8D1F9-7EC5-4359-BCE3-18DDC1FAB785}" type="pres">
      <dgm:prSet presAssocID="{B29CB42A-EE5F-4952-8137-4CE108336ADA}" presName="Name19" presStyleLbl="parChTrans1D3" presStyleIdx="4" presStyleCnt="7"/>
      <dgm:spPr/>
    </dgm:pt>
    <dgm:pt modelId="{9538BE95-580A-44F9-8FC6-EBBE8977CE09}" type="pres">
      <dgm:prSet presAssocID="{CE198FCB-50D3-46C0-916E-91058311DE62}" presName="Name21" presStyleCnt="0"/>
      <dgm:spPr/>
    </dgm:pt>
    <dgm:pt modelId="{DA68CDA4-3C11-4EDC-994B-56B316160D25}" type="pres">
      <dgm:prSet presAssocID="{CE198FCB-50D3-46C0-916E-91058311DE62}" presName="level2Shape" presStyleLbl="node3" presStyleIdx="4" presStyleCnt="7"/>
      <dgm:spPr/>
    </dgm:pt>
    <dgm:pt modelId="{41CA2F48-4D61-4DBE-BC40-8C393B29EAE5}" type="pres">
      <dgm:prSet presAssocID="{CE198FCB-50D3-46C0-916E-91058311DE62}" presName="hierChild3" presStyleCnt="0"/>
      <dgm:spPr/>
    </dgm:pt>
    <dgm:pt modelId="{FCB3C65A-B49E-47A7-81B3-699ECF543607}" type="pres">
      <dgm:prSet presAssocID="{873A2605-1DB7-4EC7-82A9-8C9E3FC93738}" presName="Name19" presStyleLbl="parChTrans1D3" presStyleIdx="5" presStyleCnt="7"/>
      <dgm:spPr/>
    </dgm:pt>
    <dgm:pt modelId="{A9699F89-0D7F-4734-8E56-E0B5C831E46C}" type="pres">
      <dgm:prSet presAssocID="{BB0EB726-4E9D-4FA6-9AF6-409397C3B16C}" presName="Name21" presStyleCnt="0"/>
      <dgm:spPr/>
    </dgm:pt>
    <dgm:pt modelId="{C5270124-19C6-49B8-8BB3-9D4BE0E33DAB}" type="pres">
      <dgm:prSet presAssocID="{BB0EB726-4E9D-4FA6-9AF6-409397C3B16C}" presName="level2Shape" presStyleLbl="node3" presStyleIdx="5" presStyleCnt="7"/>
      <dgm:spPr/>
    </dgm:pt>
    <dgm:pt modelId="{DE56C0BF-895E-4FFF-A33B-0728204172B5}" type="pres">
      <dgm:prSet presAssocID="{BB0EB726-4E9D-4FA6-9AF6-409397C3B16C}" presName="hierChild3" presStyleCnt="0"/>
      <dgm:spPr/>
    </dgm:pt>
    <dgm:pt modelId="{ADA901BD-D020-4FE8-9A05-66BDD9EF8906}" type="pres">
      <dgm:prSet presAssocID="{7EC3665D-4C92-4FF3-A1F6-7CFD1DD0CA0B}" presName="Name19" presStyleLbl="parChTrans1D3" presStyleIdx="6" presStyleCnt="7"/>
      <dgm:spPr/>
    </dgm:pt>
    <dgm:pt modelId="{A61388E1-CE00-4FAE-B35D-EBDC576A8CE7}" type="pres">
      <dgm:prSet presAssocID="{FBEE469A-14F0-4930-8687-0D120FBB23B1}" presName="Name21" presStyleCnt="0"/>
      <dgm:spPr/>
    </dgm:pt>
    <dgm:pt modelId="{ABB786B4-573A-43E0-9224-47CEEF0CB201}" type="pres">
      <dgm:prSet presAssocID="{FBEE469A-14F0-4930-8687-0D120FBB23B1}" presName="level2Shape" presStyleLbl="node3" presStyleIdx="6" presStyleCnt="7"/>
      <dgm:spPr/>
    </dgm:pt>
    <dgm:pt modelId="{B7B4AE2A-DD3D-4399-B27C-BEDA52907442}" type="pres">
      <dgm:prSet presAssocID="{FBEE469A-14F0-4930-8687-0D120FBB23B1}" presName="hierChild3" presStyleCnt="0"/>
      <dgm:spPr/>
    </dgm:pt>
    <dgm:pt modelId="{4ACC63C2-AD39-4F78-B85A-5D9986286A76}" type="pres">
      <dgm:prSet presAssocID="{AE89D989-30E8-4058-9B09-6892D97DBF4E}" presName="bgShapesFlow" presStyleCnt="0"/>
      <dgm:spPr/>
    </dgm:pt>
  </dgm:ptLst>
  <dgm:cxnLst>
    <dgm:cxn modelId="{E8958D0A-EBC3-464C-9A7E-EAF71CA252B8}" type="presOf" srcId="{BB0EB726-4E9D-4FA6-9AF6-409397C3B16C}" destId="{C5270124-19C6-49B8-8BB3-9D4BE0E33DAB}" srcOrd="0" destOrd="0" presId="urn:microsoft.com/office/officeart/2005/8/layout/hierarchy6"/>
    <dgm:cxn modelId="{106D680E-6946-46B7-8E77-C892A55552F9}" type="presOf" srcId="{00E8D45C-0E89-441E-8D6F-EF437EB32D02}" destId="{FBFA4EB4-A069-4D14-A402-385381EE27A3}" srcOrd="0" destOrd="0" presId="urn:microsoft.com/office/officeart/2005/8/layout/hierarchy6"/>
    <dgm:cxn modelId="{EFC40228-EF86-409B-8353-71602931A288}" srcId="{0DF78A45-1291-4A0A-AA9A-5269FA1DE20C}" destId="{CE198FCB-50D3-46C0-916E-91058311DE62}" srcOrd="1" destOrd="0" parTransId="{B29CB42A-EE5F-4952-8137-4CE108336ADA}" sibTransId="{09B0C806-DE72-4845-B96F-74E08301DEA1}"/>
    <dgm:cxn modelId="{0C855928-8C63-4B30-B7FA-1D24765E87DA}" type="presOf" srcId="{E0A1311B-0FD1-4CCE-83AC-F8244A421BDA}" destId="{F0E6B67A-213B-40B9-BEB8-06F96DB2B01D}" srcOrd="0" destOrd="0" presId="urn:microsoft.com/office/officeart/2005/8/layout/hierarchy6"/>
    <dgm:cxn modelId="{150B1631-926D-4B80-A7DD-8AC9214D466C}" type="presOf" srcId="{0DF78A45-1291-4A0A-AA9A-5269FA1DE20C}" destId="{4ED35185-9B34-48A8-882D-300BDC396BE0}" srcOrd="0" destOrd="0" presId="urn:microsoft.com/office/officeart/2005/8/layout/hierarchy6"/>
    <dgm:cxn modelId="{04C0EC62-24C3-4319-9471-E9E4F84BD005}" srcId="{E0AF3F94-3CB0-4F45-A51E-043E2D994160}" destId="{EFA781FE-24E1-4C58-BE1C-3D60BF69B352}" srcOrd="0" destOrd="0" parTransId="{FA1ED030-357B-4390-87D1-DDF0EC66224A}" sibTransId="{4EC6D1A9-1BA6-4A98-84D7-0D069DDBEFD2}"/>
    <dgm:cxn modelId="{DDF99F47-70F3-4567-95DF-9493011B835D}" type="presOf" srcId="{AE89D989-30E8-4058-9B09-6892D97DBF4E}" destId="{1E75C630-5391-4E29-B4B5-C5B4540CF6DD}" srcOrd="0" destOrd="0" presId="urn:microsoft.com/office/officeart/2005/8/layout/hierarchy6"/>
    <dgm:cxn modelId="{5DD0F06D-CF68-4B9D-B5EA-69C20D70AC4A}" type="presOf" srcId="{986D3E23-1DDD-4840-8180-60CCDC396C7B}" destId="{37BC72CC-CEFE-4E44-A8C6-26D34D314269}" srcOrd="0" destOrd="0" presId="urn:microsoft.com/office/officeart/2005/8/layout/hierarchy6"/>
    <dgm:cxn modelId="{AFF4DB70-69F9-4000-9D8C-21B48EF3609E}" srcId="{6F74D0B3-E222-4751-87AA-2F1655BC1923}" destId="{07077962-2D47-4D77-96D6-4FA7320ABAED}" srcOrd="1" destOrd="0" parTransId="{19B85912-3DBB-4F85-850D-37E7D362BB1C}" sibTransId="{2EF0F34E-B628-49EC-A19E-E0D5ABBE3040}"/>
    <dgm:cxn modelId="{0C263D77-E1DF-477A-B1E9-556361F79573}" type="presOf" srcId="{6F74D0B3-E222-4751-87AA-2F1655BC1923}" destId="{941A07A2-4522-4BE5-AAD2-2F03912C7D77}" srcOrd="0" destOrd="0" presId="urn:microsoft.com/office/officeart/2005/8/layout/hierarchy6"/>
    <dgm:cxn modelId="{BD125257-721E-4929-A9DA-476F2D00C74D}" type="presOf" srcId="{10936A3F-F4E1-4A6E-BFEC-5DBC7929ABFF}" destId="{5ED30897-29CF-4D27-AC94-2CF0066605B2}" srcOrd="0" destOrd="0" presId="urn:microsoft.com/office/officeart/2005/8/layout/hierarchy6"/>
    <dgm:cxn modelId="{5F957677-B265-4515-84F1-950B4012FA7B}" type="presOf" srcId="{33130795-237C-4FFA-845C-CFEB5ECA9128}" destId="{29F54EC9-0F00-43A8-8850-350B8AF12CF5}" srcOrd="0" destOrd="0" presId="urn:microsoft.com/office/officeart/2005/8/layout/hierarchy6"/>
    <dgm:cxn modelId="{E31F8C8C-C227-4258-9E2A-CF9D299218FB}" srcId="{0DF78A45-1291-4A0A-AA9A-5269FA1DE20C}" destId="{BB0EB726-4E9D-4FA6-9AF6-409397C3B16C}" srcOrd="2" destOrd="0" parTransId="{873A2605-1DB7-4EC7-82A9-8C9E3FC93738}" sibTransId="{4701963B-D960-4E6E-979D-2140C99FE9FA}"/>
    <dgm:cxn modelId="{D11A998D-86AD-4610-87A8-EA08F06C3F05}" srcId="{E0AF3F94-3CB0-4F45-A51E-043E2D994160}" destId="{0DF78A45-1291-4A0A-AA9A-5269FA1DE20C}" srcOrd="2" destOrd="0" parTransId="{E0A1311B-0FD1-4CCE-83AC-F8244A421BDA}" sibTransId="{F8847E6B-438F-4BDA-A01B-AFA1625540B7}"/>
    <dgm:cxn modelId="{8AE80491-F639-40BE-901E-8BAD92869966}" type="presOf" srcId="{FA1ED030-357B-4390-87D1-DDF0EC66224A}" destId="{DF3A1423-1A2A-43A6-93A1-2BD837C46A55}" srcOrd="0" destOrd="0" presId="urn:microsoft.com/office/officeart/2005/8/layout/hierarchy6"/>
    <dgm:cxn modelId="{95CE3D94-1764-47FF-8306-3E5883699C51}" type="presOf" srcId="{07077962-2D47-4D77-96D6-4FA7320ABAED}" destId="{0AB7E4DD-3923-4FCE-844C-2ADFCFB15491}" srcOrd="0" destOrd="0" presId="urn:microsoft.com/office/officeart/2005/8/layout/hierarchy6"/>
    <dgm:cxn modelId="{6F02DB9E-4D8D-4A64-A146-AA0AADEF3E25}" srcId="{0DF78A45-1291-4A0A-AA9A-5269FA1DE20C}" destId="{FBEA9B3A-D26C-41F6-96B1-4C86CEB739EB}" srcOrd="0" destOrd="0" parTransId="{CED9AD42-531B-4E1E-92A9-EBFFBB0A25AD}" sibTransId="{C123F273-A6C7-4735-BE71-826946239232}"/>
    <dgm:cxn modelId="{AFF8E0A0-F9AA-4F5E-A6B0-D834BE6EE193}" type="presOf" srcId="{EFA781FE-24E1-4C58-BE1C-3D60BF69B352}" destId="{CD4012F9-E6F3-48EC-9607-679F21547530}" srcOrd="0" destOrd="0" presId="urn:microsoft.com/office/officeart/2005/8/layout/hierarchy6"/>
    <dgm:cxn modelId="{B42F44A1-DDB2-479A-A83C-F14A09964C28}" srcId="{6F74D0B3-E222-4751-87AA-2F1655BC1923}" destId="{10936A3F-F4E1-4A6E-BFEC-5DBC7929ABFF}" srcOrd="0" destOrd="0" parTransId="{986D3E23-1DDD-4840-8180-60CCDC396C7B}" sibTransId="{186D78C1-E20B-4763-BE5F-4515057A0059}"/>
    <dgm:cxn modelId="{C3BB2DB0-1632-4F82-9488-54B382382BF8}" type="presOf" srcId="{7EC3665D-4C92-4FF3-A1F6-7CFD1DD0CA0B}" destId="{ADA901BD-D020-4FE8-9A05-66BDD9EF8906}" srcOrd="0" destOrd="0" presId="urn:microsoft.com/office/officeart/2005/8/layout/hierarchy6"/>
    <dgm:cxn modelId="{E6152EB5-D9D6-40FE-B88C-6DAEA43818FA}" type="presOf" srcId="{FBEE469A-14F0-4930-8687-0D120FBB23B1}" destId="{ABB786B4-573A-43E0-9224-47CEEF0CB201}" srcOrd="0" destOrd="0" presId="urn:microsoft.com/office/officeart/2005/8/layout/hierarchy6"/>
    <dgm:cxn modelId="{2ED27CB6-9915-4386-B961-D996F49626B6}" srcId="{E0AF3F94-3CB0-4F45-A51E-043E2D994160}" destId="{6F74D0B3-E222-4751-87AA-2F1655BC1923}" srcOrd="1" destOrd="0" parTransId="{1D7C3F88-3F42-4BA5-8B4F-8446A79A6C04}" sibTransId="{FC123FE9-F058-45B0-BE85-D4D85724F169}"/>
    <dgm:cxn modelId="{4A4122B8-8AE1-44B0-9AB2-54604A3379C8}" type="presOf" srcId="{B29CB42A-EE5F-4952-8137-4CE108336ADA}" destId="{47B8D1F9-7EC5-4359-BCE3-18DDC1FAB785}" srcOrd="0" destOrd="0" presId="urn:microsoft.com/office/officeart/2005/8/layout/hierarchy6"/>
    <dgm:cxn modelId="{A8F17CC0-575A-4C30-A06A-0D9BBCBF6975}" srcId="{0DF78A45-1291-4A0A-AA9A-5269FA1DE20C}" destId="{FBEE469A-14F0-4930-8687-0D120FBB23B1}" srcOrd="3" destOrd="0" parTransId="{7EC3665D-4C92-4FF3-A1F6-7CFD1DD0CA0B}" sibTransId="{1D40D559-1B94-4136-B4E0-1199A957F6AA}"/>
    <dgm:cxn modelId="{7D6E27C8-27B5-4DAE-84D0-56419FB48579}" type="presOf" srcId="{873A2605-1DB7-4EC7-82A9-8C9E3FC93738}" destId="{FCB3C65A-B49E-47A7-81B3-699ECF543607}" srcOrd="0" destOrd="0" presId="urn:microsoft.com/office/officeart/2005/8/layout/hierarchy6"/>
    <dgm:cxn modelId="{49F3B6C8-AA0E-43DA-94EB-B176EB0A3795}" type="presOf" srcId="{CE198FCB-50D3-46C0-916E-91058311DE62}" destId="{DA68CDA4-3C11-4EDC-994B-56B316160D25}" srcOrd="0" destOrd="0" presId="urn:microsoft.com/office/officeart/2005/8/layout/hierarchy6"/>
    <dgm:cxn modelId="{1F3A40D4-958F-41E2-9EBB-2812A3999A66}" type="presOf" srcId="{E0AF3F94-3CB0-4F45-A51E-043E2D994160}" destId="{183D0F00-4569-43C4-9C96-66774C456D76}" srcOrd="0" destOrd="0" presId="urn:microsoft.com/office/officeart/2005/8/layout/hierarchy6"/>
    <dgm:cxn modelId="{73B75CD8-5DF8-498C-BCE2-254D8B20EB47}" type="presOf" srcId="{1D7C3F88-3F42-4BA5-8B4F-8446A79A6C04}" destId="{DBBE0D58-C6D7-4D85-AE8B-2C16E6446381}" srcOrd="0" destOrd="0" presId="urn:microsoft.com/office/officeart/2005/8/layout/hierarchy6"/>
    <dgm:cxn modelId="{E64B51DE-FFBA-463E-90B4-BEED9D8E9F9A}" srcId="{AE89D989-30E8-4058-9B09-6892D97DBF4E}" destId="{E0AF3F94-3CB0-4F45-A51E-043E2D994160}" srcOrd="0" destOrd="0" parTransId="{2B8EF843-3568-478F-BBA4-E81C9493DA6A}" sibTransId="{FA41C9D6-3429-492B-AD29-9FB9F0DA77C2}"/>
    <dgm:cxn modelId="{952B73DF-30A4-46E6-B287-D9886030224E}" type="presOf" srcId="{FBEA9B3A-D26C-41F6-96B1-4C86CEB739EB}" destId="{B52FE222-628F-4DFB-9908-B416A9A1AD69}" srcOrd="0" destOrd="0" presId="urn:microsoft.com/office/officeart/2005/8/layout/hierarchy6"/>
    <dgm:cxn modelId="{3CB36CE2-CF93-4D91-A06B-6301ACACDAB3}" srcId="{EFA781FE-24E1-4C58-BE1C-3D60BF69B352}" destId="{33130795-237C-4FFA-845C-CFEB5ECA9128}" srcOrd="0" destOrd="0" parTransId="{00E8D45C-0E89-441E-8D6F-EF437EB32D02}" sibTransId="{492F91F9-2BBF-490C-AEAC-7ABD427A833E}"/>
    <dgm:cxn modelId="{CC212EE8-4B01-482A-A89A-04F245EDC127}" type="presOf" srcId="{19B85912-3DBB-4F85-850D-37E7D362BB1C}" destId="{A754C901-2FA2-4D10-918C-81946949C051}" srcOrd="0" destOrd="0" presId="urn:microsoft.com/office/officeart/2005/8/layout/hierarchy6"/>
    <dgm:cxn modelId="{BD3C5CF6-3ECD-49FB-92DF-2532DEE19D9F}" type="presOf" srcId="{CED9AD42-531B-4E1E-92A9-EBFFBB0A25AD}" destId="{D1AB6A07-B86D-44BB-BA1A-E0CD56ABD235}" srcOrd="0" destOrd="0" presId="urn:microsoft.com/office/officeart/2005/8/layout/hierarchy6"/>
    <dgm:cxn modelId="{81D5983F-5262-456D-BE1D-563EC3305AAB}" type="presParOf" srcId="{1E75C630-5391-4E29-B4B5-C5B4540CF6DD}" destId="{427DCBC2-BAE5-4F4D-A886-2027879F59BB}" srcOrd="0" destOrd="0" presId="urn:microsoft.com/office/officeart/2005/8/layout/hierarchy6"/>
    <dgm:cxn modelId="{32F22F64-8C56-41F0-8587-5B609D0AF76C}" type="presParOf" srcId="{427DCBC2-BAE5-4F4D-A886-2027879F59BB}" destId="{AFE92A1E-6500-4B6C-91D9-D7900D325CBC}" srcOrd="0" destOrd="0" presId="urn:microsoft.com/office/officeart/2005/8/layout/hierarchy6"/>
    <dgm:cxn modelId="{79BD1D70-4881-4CB5-8886-E2458B3C3325}" type="presParOf" srcId="{AFE92A1E-6500-4B6C-91D9-D7900D325CBC}" destId="{F8A22429-5E2C-48A3-A983-363D4B925F0A}" srcOrd="0" destOrd="0" presId="urn:microsoft.com/office/officeart/2005/8/layout/hierarchy6"/>
    <dgm:cxn modelId="{39D7AF9B-8DD7-478E-BB90-6183D0D320EE}" type="presParOf" srcId="{F8A22429-5E2C-48A3-A983-363D4B925F0A}" destId="{183D0F00-4569-43C4-9C96-66774C456D76}" srcOrd="0" destOrd="0" presId="urn:microsoft.com/office/officeart/2005/8/layout/hierarchy6"/>
    <dgm:cxn modelId="{F06A77C8-CEB9-4A57-87E0-224A5BC0E000}" type="presParOf" srcId="{F8A22429-5E2C-48A3-A983-363D4B925F0A}" destId="{5785E920-4179-40D9-8346-7EA7D799FC0D}" srcOrd="1" destOrd="0" presId="urn:microsoft.com/office/officeart/2005/8/layout/hierarchy6"/>
    <dgm:cxn modelId="{845DB255-F8A5-4770-807E-9C81979FFFAC}" type="presParOf" srcId="{5785E920-4179-40D9-8346-7EA7D799FC0D}" destId="{DF3A1423-1A2A-43A6-93A1-2BD837C46A55}" srcOrd="0" destOrd="0" presId="urn:microsoft.com/office/officeart/2005/8/layout/hierarchy6"/>
    <dgm:cxn modelId="{F5939B0D-ADFA-4546-9D33-4E80CDE80C9A}" type="presParOf" srcId="{5785E920-4179-40D9-8346-7EA7D799FC0D}" destId="{37572B50-8AF7-463C-A415-3CE231E5B782}" srcOrd="1" destOrd="0" presId="urn:microsoft.com/office/officeart/2005/8/layout/hierarchy6"/>
    <dgm:cxn modelId="{55E34033-B26A-42D3-A748-8248333D8239}" type="presParOf" srcId="{37572B50-8AF7-463C-A415-3CE231E5B782}" destId="{CD4012F9-E6F3-48EC-9607-679F21547530}" srcOrd="0" destOrd="0" presId="urn:microsoft.com/office/officeart/2005/8/layout/hierarchy6"/>
    <dgm:cxn modelId="{1FC040B8-0A06-4D3A-87EC-4529AD4703AD}" type="presParOf" srcId="{37572B50-8AF7-463C-A415-3CE231E5B782}" destId="{C077C32F-FD21-4555-823F-6B98776BE7BA}" srcOrd="1" destOrd="0" presId="urn:microsoft.com/office/officeart/2005/8/layout/hierarchy6"/>
    <dgm:cxn modelId="{91641DE1-5D1A-4CED-B793-9A09E205D658}" type="presParOf" srcId="{C077C32F-FD21-4555-823F-6B98776BE7BA}" destId="{FBFA4EB4-A069-4D14-A402-385381EE27A3}" srcOrd="0" destOrd="0" presId="urn:microsoft.com/office/officeart/2005/8/layout/hierarchy6"/>
    <dgm:cxn modelId="{28042E0C-AB25-4ACD-A96E-3D81303BB750}" type="presParOf" srcId="{C077C32F-FD21-4555-823F-6B98776BE7BA}" destId="{24D4B925-6355-480F-9CD4-3B1F1F42FC3B}" srcOrd="1" destOrd="0" presId="urn:microsoft.com/office/officeart/2005/8/layout/hierarchy6"/>
    <dgm:cxn modelId="{A1D6134E-2E0F-4251-919B-52966806F475}" type="presParOf" srcId="{24D4B925-6355-480F-9CD4-3B1F1F42FC3B}" destId="{29F54EC9-0F00-43A8-8850-350B8AF12CF5}" srcOrd="0" destOrd="0" presId="urn:microsoft.com/office/officeart/2005/8/layout/hierarchy6"/>
    <dgm:cxn modelId="{1A444A7D-9343-4DE1-8333-1D9453B2A3CE}" type="presParOf" srcId="{24D4B925-6355-480F-9CD4-3B1F1F42FC3B}" destId="{980B5F41-6831-40DD-A83B-0DFED9DD7FC7}" srcOrd="1" destOrd="0" presId="urn:microsoft.com/office/officeart/2005/8/layout/hierarchy6"/>
    <dgm:cxn modelId="{AE17E179-D6F2-4234-AD86-A30BDF59DEFE}" type="presParOf" srcId="{5785E920-4179-40D9-8346-7EA7D799FC0D}" destId="{DBBE0D58-C6D7-4D85-AE8B-2C16E6446381}" srcOrd="2" destOrd="0" presId="urn:microsoft.com/office/officeart/2005/8/layout/hierarchy6"/>
    <dgm:cxn modelId="{1EE13B01-ECE4-4A7D-8B86-29C0FAF954EF}" type="presParOf" srcId="{5785E920-4179-40D9-8346-7EA7D799FC0D}" destId="{45F35B84-353E-48D2-A291-F4B96FA0149E}" srcOrd="3" destOrd="0" presId="urn:microsoft.com/office/officeart/2005/8/layout/hierarchy6"/>
    <dgm:cxn modelId="{91040A92-0336-472D-816F-D37D5BF58CB6}" type="presParOf" srcId="{45F35B84-353E-48D2-A291-F4B96FA0149E}" destId="{941A07A2-4522-4BE5-AAD2-2F03912C7D77}" srcOrd="0" destOrd="0" presId="urn:microsoft.com/office/officeart/2005/8/layout/hierarchy6"/>
    <dgm:cxn modelId="{A0F36976-75A4-49B9-BBD7-9B10CE76D5F5}" type="presParOf" srcId="{45F35B84-353E-48D2-A291-F4B96FA0149E}" destId="{7CDB71F9-F483-4E26-A801-FE1F023E9028}" srcOrd="1" destOrd="0" presId="urn:microsoft.com/office/officeart/2005/8/layout/hierarchy6"/>
    <dgm:cxn modelId="{D3677A66-6316-4622-A34B-27DE4B117BBB}" type="presParOf" srcId="{7CDB71F9-F483-4E26-A801-FE1F023E9028}" destId="{37BC72CC-CEFE-4E44-A8C6-26D34D314269}" srcOrd="0" destOrd="0" presId="urn:microsoft.com/office/officeart/2005/8/layout/hierarchy6"/>
    <dgm:cxn modelId="{89D3457C-89D9-4B9C-84E3-C3EC76E04CE0}" type="presParOf" srcId="{7CDB71F9-F483-4E26-A801-FE1F023E9028}" destId="{4A3BFF92-4B87-4A1B-B7CB-A8A9B0FA1BE3}" srcOrd="1" destOrd="0" presId="urn:microsoft.com/office/officeart/2005/8/layout/hierarchy6"/>
    <dgm:cxn modelId="{B5110365-E75F-4785-AD8F-10E736D05419}" type="presParOf" srcId="{4A3BFF92-4B87-4A1B-B7CB-A8A9B0FA1BE3}" destId="{5ED30897-29CF-4D27-AC94-2CF0066605B2}" srcOrd="0" destOrd="0" presId="urn:microsoft.com/office/officeart/2005/8/layout/hierarchy6"/>
    <dgm:cxn modelId="{80C6D1B4-DDEF-4C72-B9EF-0D68DFCE161B}" type="presParOf" srcId="{4A3BFF92-4B87-4A1B-B7CB-A8A9B0FA1BE3}" destId="{EA756209-92A6-4DAC-9D67-D2F0D4F03BEF}" srcOrd="1" destOrd="0" presId="urn:microsoft.com/office/officeart/2005/8/layout/hierarchy6"/>
    <dgm:cxn modelId="{4FB0CB0C-AF83-4313-8F4E-13640F0BAE31}" type="presParOf" srcId="{7CDB71F9-F483-4E26-A801-FE1F023E9028}" destId="{A754C901-2FA2-4D10-918C-81946949C051}" srcOrd="2" destOrd="0" presId="urn:microsoft.com/office/officeart/2005/8/layout/hierarchy6"/>
    <dgm:cxn modelId="{1E523789-B46D-4FEC-B95C-402D33BB4E31}" type="presParOf" srcId="{7CDB71F9-F483-4E26-A801-FE1F023E9028}" destId="{42B7DAE6-3351-4C43-8EE3-30583E873C7E}" srcOrd="3" destOrd="0" presId="urn:microsoft.com/office/officeart/2005/8/layout/hierarchy6"/>
    <dgm:cxn modelId="{7DBFEE67-D208-46C1-B7C0-34A505026861}" type="presParOf" srcId="{42B7DAE6-3351-4C43-8EE3-30583E873C7E}" destId="{0AB7E4DD-3923-4FCE-844C-2ADFCFB15491}" srcOrd="0" destOrd="0" presId="urn:microsoft.com/office/officeart/2005/8/layout/hierarchy6"/>
    <dgm:cxn modelId="{8E3DE068-3962-45FC-9298-0AD95ED783EA}" type="presParOf" srcId="{42B7DAE6-3351-4C43-8EE3-30583E873C7E}" destId="{798D7337-458A-4195-9037-175D1C9BADF9}" srcOrd="1" destOrd="0" presId="urn:microsoft.com/office/officeart/2005/8/layout/hierarchy6"/>
    <dgm:cxn modelId="{F0156416-DB66-41C3-9F9C-6375418E71FC}" type="presParOf" srcId="{5785E920-4179-40D9-8346-7EA7D799FC0D}" destId="{F0E6B67A-213B-40B9-BEB8-06F96DB2B01D}" srcOrd="4" destOrd="0" presId="urn:microsoft.com/office/officeart/2005/8/layout/hierarchy6"/>
    <dgm:cxn modelId="{98285CF5-7E8F-401B-BC36-B3C48CB1A662}" type="presParOf" srcId="{5785E920-4179-40D9-8346-7EA7D799FC0D}" destId="{DD5754A0-2833-4051-A680-D0D3FE52FF38}" srcOrd="5" destOrd="0" presId="urn:microsoft.com/office/officeart/2005/8/layout/hierarchy6"/>
    <dgm:cxn modelId="{D0EB21A9-E940-49EA-BDBD-4D12E43FCE58}" type="presParOf" srcId="{DD5754A0-2833-4051-A680-D0D3FE52FF38}" destId="{4ED35185-9B34-48A8-882D-300BDC396BE0}" srcOrd="0" destOrd="0" presId="urn:microsoft.com/office/officeart/2005/8/layout/hierarchy6"/>
    <dgm:cxn modelId="{4D4F92C3-A5DE-44AD-A35C-515ACDCB9A04}" type="presParOf" srcId="{DD5754A0-2833-4051-A680-D0D3FE52FF38}" destId="{91435BBC-3307-4FE9-ACDA-F802BB229C09}" srcOrd="1" destOrd="0" presId="urn:microsoft.com/office/officeart/2005/8/layout/hierarchy6"/>
    <dgm:cxn modelId="{F52FF6C1-0DF0-42EA-B3C4-130A8D1E323E}" type="presParOf" srcId="{91435BBC-3307-4FE9-ACDA-F802BB229C09}" destId="{D1AB6A07-B86D-44BB-BA1A-E0CD56ABD235}" srcOrd="0" destOrd="0" presId="urn:microsoft.com/office/officeart/2005/8/layout/hierarchy6"/>
    <dgm:cxn modelId="{E49EDDD8-480A-4746-9A14-5E72226D8ABC}" type="presParOf" srcId="{91435BBC-3307-4FE9-ACDA-F802BB229C09}" destId="{D4C1BD0B-F383-4D3B-A467-07D2D6A7E159}" srcOrd="1" destOrd="0" presId="urn:microsoft.com/office/officeart/2005/8/layout/hierarchy6"/>
    <dgm:cxn modelId="{80E4B1A0-F45B-4628-9C6E-EABEDEAF3180}" type="presParOf" srcId="{D4C1BD0B-F383-4D3B-A467-07D2D6A7E159}" destId="{B52FE222-628F-4DFB-9908-B416A9A1AD69}" srcOrd="0" destOrd="0" presId="urn:microsoft.com/office/officeart/2005/8/layout/hierarchy6"/>
    <dgm:cxn modelId="{0B8E63DA-DBD6-485E-B412-F7B852475F85}" type="presParOf" srcId="{D4C1BD0B-F383-4D3B-A467-07D2D6A7E159}" destId="{D338DF4C-E587-49F0-8D5E-8E2F1D4EA178}" srcOrd="1" destOrd="0" presId="urn:microsoft.com/office/officeart/2005/8/layout/hierarchy6"/>
    <dgm:cxn modelId="{F38EC866-43BD-4186-80A5-3360DDF520E2}" type="presParOf" srcId="{91435BBC-3307-4FE9-ACDA-F802BB229C09}" destId="{47B8D1F9-7EC5-4359-BCE3-18DDC1FAB785}" srcOrd="2" destOrd="0" presId="urn:microsoft.com/office/officeart/2005/8/layout/hierarchy6"/>
    <dgm:cxn modelId="{43540019-E053-4053-94A9-C2532D1E5BA9}" type="presParOf" srcId="{91435BBC-3307-4FE9-ACDA-F802BB229C09}" destId="{9538BE95-580A-44F9-8FC6-EBBE8977CE09}" srcOrd="3" destOrd="0" presId="urn:microsoft.com/office/officeart/2005/8/layout/hierarchy6"/>
    <dgm:cxn modelId="{9BFF890D-A409-461B-B46B-28F13080C25F}" type="presParOf" srcId="{9538BE95-580A-44F9-8FC6-EBBE8977CE09}" destId="{DA68CDA4-3C11-4EDC-994B-56B316160D25}" srcOrd="0" destOrd="0" presId="urn:microsoft.com/office/officeart/2005/8/layout/hierarchy6"/>
    <dgm:cxn modelId="{8AB60342-F629-4896-AD71-70BF53036B3F}" type="presParOf" srcId="{9538BE95-580A-44F9-8FC6-EBBE8977CE09}" destId="{41CA2F48-4D61-4DBE-BC40-8C393B29EAE5}" srcOrd="1" destOrd="0" presId="urn:microsoft.com/office/officeart/2005/8/layout/hierarchy6"/>
    <dgm:cxn modelId="{7D54AFBD-FF3A-425D-80D2-5995628C8F07}" type="presParOf" srcId="{91435BBC-3307-4FE9-ACDA-F802BB229C09}" destId="{FCB3C65A-B49E-47A7-81B3-699ECF543607}" srcOrd="4" destOrd="0" presId="urn:microsoft.com/office/officeart/2005/8/layout/hierarchy6"/>
    <dgm:cxn modelId="{1FA73C3C-6F22-48D9-8298-C37D80638ACC}" type="presParOf" srcId="{91435BBC-3307-4FE9-ACDA-F802BB229C09}" destId="{A9699F89-0D7F-4734-8E56-E0B5C831E46C}" srcOrd="5" destOrd="0" presId="urn:microsoft.com/office/officeart/2005/8/layout/hierarchy6"/>
    <dgm:cxn modelId="{B5ADA376-4590-4D33-91DA-5C6560B27FE7}" type="presParOf" srcId="{A9699F89-0D7F-4734-8E56-E0B5C831E46C}" destId="{C5270124-19C6-49B8-8BB3-9D4BE0E33DAB}" srcOrd="0" destOrd="0" presId="urn:microsoft.com/office/officeart/2005/8/layout/hierarchy6"/>
    <dgm:cxn modelId="{FCEEE894-6411-4544-9012-E1B1EBD3200C}" type="presParOf" srcId="{A9699F89-0D7F-4734-8E56-E0B5C831E46C}" destId="{DE56C0BF-895E-4FFF-A33B-0728204172B5}" srcOrd="1" destOrd="0" presId="urn:microsoft.com/office/officeart/2005/8/layout/hierarchy6"/>
    <dgm:cxn modelId="{3F82B35F-9CB1-4A3E-B5BA-93C2AECC10AC}" type="presParOf" srcId="{91435BBC-3307-4FE9-ACDA-F802BB229C09}" destId="{ADA901BD-D020-4FE8-9A05-66BDD9EF8906}" srcOrd="6" destOrd="0" presId="urn:microsoft.com/office/officeart/2005/8/layout/hierarchy6"/>
    <dgm:cxn modelId="{0A44D481-58BE-4628-93AD-45A053211F9B}" type="presParOf" srcId="{91435BBC-3307-4FE9-ACDA-F802BB229C09}" destId="{A61388E1-CE00-4FAE-B35D-EBDC576A8CE7}" srcOrd="7" destOrd="0" presId="urn:microsoft.com/office/officeart/2005/8/layout/hierarchy6"/>
    <dgm:cxn modelId="{AAC9567F-E548-4FAD-A6B8-87A123FE521B}" type="presParOf" srcId="{A61388E1-CE00-4FAE-B35D-EBDC576A8CE7}" destId="{ABB786B4-573A-43E0-9224-47CEEF0CB201}" srcOrd="0" destOrd="0" presId="urn:microsoft.com/office/officeart/2005/8/layout/hierarchy6"/>
    <dgm:cxn modelId="{A43C0577-1FA4-4987-A34E-059EFA0FAD29}" type="presParOf" srcId="{A61388E1-CE00-4FAE-B35D-EBDC576A8CE7}" destId="{B7B4AE2A-DD3D-4399-B27C-BEDA52907442}" srcOrd="1" destOrd="0" presId="urn:microsoft.com/office/officeart/2005/8/layout/hierarchy6"/>
    <dgm:cxn modelId="{902D52BE-A116-4490-A646-487809D14003}" type="presParOf" srcId="{1E75C630-5391-4E29-B4B5-C5B4540CF6DD}" destId="{4ACC63C2-AD39-4F78-B85A-5D9986286A76}" srcOrd="1" destOrd="0" presId="urn:microsoft.com/office/officeart/2005/8/layout/hierarchy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C039038-6C0E-42E1-98A1-E20EA8B616DB}" type="doc">
      <dgm:prSet loTypeId="urn:microsoft.com/office/officeart/2005/8/layout/hierarchy6" loCatId="hierarchy" qsTypeId="urn:microsoft.com/office/officeart/2005/8/quickstyle/simple1" qsCatId="simple" csTypeId="urn:microsoft.com/office/officeart/2005/8/colors/accent1_1" csCatId="accent1" phldr="1"/>
      <dgm:spPr/>
      <dgm:t>
        <a:bodyPr/>
        <a:lstStyle/>
        <a:p>
          <a:endParaRPr lang="zh-CN" altLang="en-US"/>
        </a:p>
      </dgm:t>
    </dgm:pt>
    <dgm:pt modelId="{8AFFE0E1-864E-42C2-9D6E-7085409A3BD7}">
      <dgm:prSet phldrT="[文本]" custT="1"/>
      <dgm:spPr/>
      <dgm:t>
        <a:bodyPr/>
        <a:lstStyle/>
        <a:p>
          <a:r>
            <a:rPr lang="zh-CN" altLang="en-US" sz="1000" b="1" dirty="0">
              <a:latin typeface="微软雅黑" panose="020B0503020204020204" pitchFamily="34" charset="-122"/>
              <a:ea typeface="微软雅黑" panose="020B0503020204020204" pitchFamily="34" charset="-122"/>
            </a:rPr>
            <a:t>己内酰胺精制工艺</a:t>
          </a:r>
        </a:p>
      </dgm:t>
    </dgm:pt>
    <dgm:pt modelId="{6BFD6415-1B32-4397-A97D-369D2A728BD2}" type="parTrans" cxnId="{79FA4CA3-EB28-43C3-9E59-A350CBC5C780}">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359E162A-B7FD-4821-BB7D-7A87DE8EBD96}" type="sibTrans" cxnId="{79FA4CA3-EB28-43C3-9E59-A350CBC5C780}">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8B56088A-E277-4286-9063-6E415047EDC8}">
      <dgm:prSet phldrT="[文本]" custT="1"/>
      <dgm:spPr/>
      <dgm:t>
        <a:bodyPr/>
        <a:lstStyle/>
        <a:p>
          <a:r>
            <a:rPr lang="zh-CN" altLang="en-US" sz="1000" b="1" dirty="0">
              <a:latin typeface="微软雅黑" panose="020B0503020204020204" pitchFamily="34" charset="-122"/>
              <a:ea typeface="微软雅黑" panose="020B0503020204020204" pitchFamily="34" charset="-122"/>
            </a:rPr>
            <a:t>物理精制</a:t>
          </a:r>
        </a:p>
      </dgm:t>
    </dgm:pt>
    <dgm:pt modelId="{DC17C599-EA13-4B68-B9ED-BB566EFB13E4}" type="parTrans" cxnId="{872A9739-BA32-470A-ACB5-41F055C5B927}">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8BFA02F2-9E2A-4598-AC73-A0F2B906282A}" type="sibTrans" cxnId="{872A9739-BA32-470A-ACB5-41F055C5B927}">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DD8A4911-9D33-4AB4-96A1-EDB7C12DFC07}">
      <dgm:prSet phldrT="[文本]" custT="1"/>
      <dgm:spPr/>
      <dgm:t>
        <a:bodyPr/>
        <a:lstStyle/>
        <a:p>
          <a:r>
            <a:rPr lang="zh-CN" altLang="en-US" sz="1000" b="1" dirty="0">
              <a:latin typeface="微软雅黑" panose="020B0503020204020204" pitchFamily="34" charset="-122"/>
              <a:ea typeface="微软雅黑" panose="020B0503020204020204" pitchFamily="34" charset="-122"/>
            </a:rPr>
            <a:t>液液萃取</a:t>
          </a:r>
        </a:p>
      </dgm:t>
    </dgm:pt>
    <dgm:pt modelId="{328F7672-E704-4286-BDA7-EEC993889C0B}" type="parTrans" cxnId="{D252382B-6E21-46B9-B6A4-09387929E03D}">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5987F2B2-B596-44AA-9AC3-AF618BC44730}" type="sibTrans" cxnId="{D252382B-6E21-46B9-B6A4-09387929E03D}">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FF1E3513-0BEA-4168-B432-3FCC810C376D}">
      <dgm:prSet phldrT="[文本]" custT="1"/>
      <dgm:spPr/>
      <dgm:t>
        <a:bodyPr/>
        <a:lstStyle/>
        <a:p>
          <a:r>
            <a:rPr lang="zh-CN" altLang="en-US" sz="1000" b="1" dirty="0">
              <a:latin typeface="微软雅黑" panose="020B0503020204020204" pitchFamily="34" charset="-122"/>
              <a:ea typeface="微软雅黑" panose="020B0503020204020204" pitchFamily="34" charset="-122"/>
            </a:rPr>
            <a:t>重结晶</a:t>
          </a:r>
        </a:p>
      </dgm:t>
    </dgm:pt>
    <dgm:pt modelId="{39C0A1F3-F8DC-4031-8531-615BEB3F296D}" type="parTrans" cxnId="{AC56222A-6515-4B5B-9606-F892747642E2}">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70D2B11B-6F40-4055-98D1-95E916841F18}" type="sibTrans" cxnId="{AC56222A-6515-4B5B-9606-F892747642E2}">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D83C7E1C-9F35-430B-936C-A9948E5177AF}">
      <dgm:prSet phldrT="[文本]" custT="1"/>
      <dgm:spPr/>
      <dgm:t>
        <a:bodyPr/>
        <a:lstStyle/>
        <a:p>
          <a:r>
            <a:rPr lang="zh-CN" altLang="en-US" sz="1000" b="1" dirty="0">
              <a:latin typeface="微软雅黑" panose="020B0503020204020204" pitchFamily="34" charset="-122"/>
              <a:ea typeface="微软雅黑" panose="020B0503020204020204" pitchFamily="34" charset="-122"/>
            </a:rPr>
            <a:t>化学精制</a:t>
          </a:r>
        </a:p>
      </dgm:t>
    </dgm:pt>
    <dgm:pt modelId="{5358BD15-F5CF-4A0D-895D-265BC24B1842}" type="parTrans" cxnId="{18775CE2-5F37-4BD2-B33A-EFF47C1E6848}">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47D850ED-77AC-4F08-A770-17752FA98A49}" type="sibTrans" cxnId="{18775CE2-5F37-4BD2-B33A-EFF47C1E6848}">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0C1F2EC7-9B18-409A-8A66-A1503D0E9A42}">
      <dgm:prSet phldrT="[文本]" custT="1"/>
      <dgm:spPr/>
      <dgm:t>
        <a:bodyPr/>
        <a:lstStyle/>
        <a:p>
          <a:r>
            <a:rPr lang="zh-CN" altLang="en-US" sz="1000" b="1" dirty="0">
              <a:latin typeface="微软雅黑" panose="020B0503020204020204" pitchFamily="34" charset="-122"/>
              <a:ea typeface="微软雅黑" panose="020B0503020204020204" pitchFamily="34" charset="-122"/>
            </a:rPr>
            <a:t>催化加氢</a:t>
          </a:r>
          <a:endParaRPr lang="en-US" altLang="zh-CN" sz="1000" b="1" dirty="0">
            <a:latin typeface="微软雅黑" panose="020B0503020204020204" pitchFamily="34" charset="-122"/>
            <a:ea typeface="微软雅黑" panose="020B0503020204020204" pitchFamily="34" charset="-122"/>
          </a:endParaRPr>
        </a:p>
      </dgm:t>
    </dgm:pt>
    <dgm:pt modelId="{085E125F-BED6-44A8-976A-32A33FCA9AC5}" type="parTrans" cxnId="{F41E181F-CAFF-438C-9D6B-EF2C4077C9E4}">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3BF38FE2-63B6-42D4-B588-3A4841B3CDF1}" type="sibTrans" cxnId="{F41E181F-CAFF-438C-9D6B-EF2C4077C9E4}">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103EDA6F-C709-4776-9983-DEF7073B0099}">
      <dgm:prSet phldrT="[文本]" custT="1"/>
      <dgm:spPr/>
      <dgm:t>
        <a:bodyPr/>
        <a:lstStyle/>
        <a:p>
          <a:r>
            <a:rPr lang="zh-CN" altLang="en-US" sz="1000" b="1" dirty="0">
              <a:latin typeface="微软雅黑" panose="020B0503020204020204" pitchFamily="34" charset="-122"/>
              <a:ea typeface="微软雅黑" panose="020B0503020204020204" pitchFamily="34" charset="-122"/>
            </a:rPr>
            <a:t>离子交换</a:t>
          </a:r>
        </a:p>
      </dgm:t>
    </dgm:pt>
    <dgm:pt modelId="{2D068519-409A-4ADC-890B-2983E0C1D4FB}" type="parTrans" cxnId="{E43D5B44-07EC-4263-A6F6-7CC4E7275C8E}">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AABDD1F5-FC96-47FE-8C4C-3B3940FA34C6}" type="sibTrans" cxnId="{E43D5B44-07EC-4263-A6F6-7CC4E7275C8E}">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4573531B-4531-49DB-BA47-2C03CFC38EDE}">
      <dgm:prSet phldrT="[文本]" custT="1"/>
      <dgm:spPr/>
      <dgm:t>
        <a:bodyPr/>
        <a:lstStyle/>
        <a:p>
          <a:r>
            <a:rPr lang="zh-CN" altLang="en-US" sz="1000" b="1" dirty="0">
              <a:latin typeface="微软雅黑" panose="020B0503020204020204" pitchFamily="34" charset="-122"/>
              <a:ea typeface="微软雅黑" panose="020B0503020204020204" pitchFamily="34" charset="-122"/>
            </a:rPr>
            <a:t>真空蒸馏</a:t>
          </a:r>
        </a:p>
      </dgm:t>
    </dgm:pt>
    <dgm:pt modelId="{E7F551D4-6F78-429F-A52C-7EA96366A47D}" type="parTrans" cxnId="{C297335B-EE96-46C3-99FE-6120176906A9}">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FA32BDB8-0B96-4499-8B16-5DD31207EC1F}" type="sibTrans" cxnId="{C297335B-EE96-46C3-99FE-6120176906A9}">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992F382A-42CF-46BA-847A-3783E562C8EF}">
      <dgm:prSet phldrT="[文本]" custT="1"/>
      <dgm:spPr/>
      <dgm:t>
        <a:bodyPr/>
        <a:lstStyle/>
        <a:p>
          <a:r>
            <a:rPr lang="zh-CN" altLang="en-US" sz="1000" b="1" dirty="0">
              <a:latin typeface="微软雅黑" panose="020B0503020204020204" pitchFamily="34" charset="-122"/>
              <a:ea typeface="微软雅黑" panose="020B0503020204020204" pitchFamily="34" charset="-122"/>
            </a:rPr>
            <a:t>固体吸附</a:t>
          </a:r>
        </a:p>
      </dgm:t>
    </dgm:pt>
    <dgm:pt modelId="{75910836-327D-4174-B6A7-1ADD2BF47566}" type="parTrans" cxnId="{E6B3E1D5-D4E2-484C-849D-5EDBCA7084EB}">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DEB0175F-34CF-4269-B49D-F0C735924B87}" type="sibTrans" cxnId="{E6B3E1D5-D4E2-484C-849D-5EDBCA7084EB}">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D3CDCBBB-0F76-459D-8E57-CC0A3B1F7F32}">
      <dgm:prSet phldrT="[文本]" custT="1"/>
      <dgm:spPr/>
      <dgm:t>
        <a:bodyPr/>
        <a:lstStyle/>
        <a:p>
          <a:r>
            <a:rPr lang="zh-CN" altLang="en-US" sz="1000" b="1" dirty="0">
              <a:latin typeface="微软雅黑" panose="020B0503020204020204" pitchFamily="34" charset="-122"/>
              <a:ea typeface="微软雅黑" panose="020B0503020204020204" pitchFamily="34" charset="-122"/>
            </a:rPr>
            <a:t>添加氧化剂及其他添加剂</a:t>
          </a:r>
          <a:endParaRPr lang="en-US" altLang="zh-CN" sz="1000" b="1" dirty="0">
            <a:latin typeface="微软雅黑" panose="020B0503020204020204" pitchFamily="34" charset="-122"/>
            <a:ea typeface="微软雅黑" panose="020B0503020204020204" pitchFamily="34" charset="-122"/>
          </a:endParaRPr>
        </a:p>
      </dgm:t>
    </dgm:pt>
    <dgm:pt modelId="{380A0976-9A72-4F8A-916E-3F4F80E023D4}" type="parTrans" cxnId="{CDE7FB4E-2AF7-48A8-BCF8-7E0413385BF5}">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AB351ACE-C330-4E82-A514-CF9D4A43DCE9}" type="sibTrans" cxnId="{CDE7FB4E-2AF7-48A8-BCF8-7E0413385BF5}">
      <dgm:prSet/>
      <dgm:spPr/>
      <dgm:t>
        <a:bodyPr/>
        <a:lstStyle/>
        <a:p>
          <a:endParaRPr lang="zh-CN" altLang="en-US" sz="1000" b="1">
            <a:latin typeface="微软雅黑" panose="020B0503020204020204" pitchFamily="34" charset="-122"/>
            <a:ea typeface="微软雅黑" panose="020B0503020204020204" pitchFamily="34" charset="-122"/>
          </a:endParaRPr>
        </a:p>
      </dgm:t>
    </dgm:pt>
    <dgm:pt modelId="{1D0C26DB-9DA3-4A23-AC8B-02AD49AD326D}" type="pres">
      <dgm:prSet presAssocID="{FC039038-6C0E-42E1-98A1-E20EA8B616DB}" presName="mainComposite" presStyleCnt="0">
        <dgm:presLayoutVars>
          <dgm:chPref val="1"/>
          <dgm:dir/>
          <dgm:animOne val="branch"/>
          <dgm:animLvl val="lvl"/>
          <dgm:resizeHandles val="exact"/>
        </dgm:presLayoutVars>
      </dgm:prSet>
      <dgm:spPr/>
    </dgm:pt>
    <dgm:pt modelId="{D62F8BFF-FE5A-4023-B9B3-CB30DC6B73C8}" type="pres">
      <dgm:prSet presAssocID="{FC039038-6C0E-42E1-98A1-E20EA8B616DB}" presName="hierFlow" presStyleCnt="0"/>
      <dgm:spPr/>
    </dgm:pt>
    <dgm:pt modelId="{11A243C9-6603-4B89-96D1-81C0FCF0E310}" type="pres">
      <dgm:prSet presAssocID="{FC039038-6C0E-42E1-98A1-E20EA8B616DB}" presName="hierChild1" presStyleCnt="0">
        <dgm:presLayoutVars>
          <dgm:chPref val="1"/>
          <dgm:animOne val="branch"/>
          <dgm:animLvl val="lvl"/>
        </dgm:presLayoutVars>
      </dgm:prSet>
      <dgm:spPr/>
    </dgm:pt>
    <dgm:pt modelId="{B370B3F8-15FB-4C01-9099-8D062AFA65E9}" type="pres">
      <dgm:prSet presAssocID="{8AFFE0E1-864E-42C2-9D6E-7085409A3BD7}" presName="Name14" presStyleCnt="0"/>
      <dgm:spPr/>
    </dgm:pt>
    <dgm:pt modelId="{DB82F2A6-BCC1-4EAA-96F9-860ABA89D197}" type="pres">
      <dgm:prSet presAssocID="{8AFFE0E1-864E-42C2-9D6E-7085409A3BD7}" presName="level1Shape" presStyleLbl="node0" presStyleIdx="0" presStyleCnt="1">
        <dgm:presLayoutVars>
          <dgm:chPref val="3"/>
        </dgm:presLayoutVars>
      </dgm:prSet>
      <dgm:spPr/>
    </dgm:pt>
    <dgm:pt modelId="{467704B1-AADB-4687-973E-0487395F7FF8}" type="pres">
      <dgm:prSet presAssocID="{8AFFE0E1-864E-42C2-9D6E-7085409A3BD7}" presName="hierChild2" presStyleCnt="0"/>
      <dgm:spPr/>
    </dgm:pt>
    <dgm:pt modelId="{8E468210-5EED-4528-AD99-262F0161522F}" type="pres">
      <dgm:prSet presAssocID="{DC17C599-EA13-4B68-B9ED-BB566EFB13E4}" presName="Name19" presStyleLbl="parChTrans1D2" presStyleIdx="0" presStyleCnt="2"/>
      <dgm:spPr/>
    </dgm:pt>
    <dgm:pt modelId="{BA3F4458-4550-460D-8521-A0CF35E14615}" type="pres">
      <dgm:prSet presAssocID="{8B56088A-E277-4286-9063-6E415047EDC8}" presName="Name21" presStyleCnt="0"/>
      <dgm:spPr/>
    </dgm:pt>
    <dgm:pt modelId="{D1C8C7BB-833E-443B-8570-26C049094821}" type="pres">
      <dgm:prSet presAssocID="{8B56088A-E277-4286-9063-6E415047EDC8}" presName="level2Shape" presStyleLbl="node2" presStyleIdx="0" presStyleCnt="2"/>
      <dgm:spPr/>
    </dgm:pt>
    <dgm:pt modelId="{6D8FF1F3-8D0A-40FC-A714-0669887E7A43}" type="pres">
      <dgm:prSet presAssocID="{8B56088A-E277-4286-9063-6E415047EDC8}" presName="hierChild3" presStyleCnt="0"/>
      <dgm:spPr/>
    </dgm:pt>
    <dgm:pt modelId="{CDCF7762-05A7-46F3-98FE-1186B8DCEB7B}" type="pres">
      <dgm:prSet presAssocID="{328F7672-E704-4286-BDA7-EEC993889C0B}" presName="Name19" presStyleLbl="parChTrans1D3" presStyleIdx="0" presStyleCnt="7"/>
      <dgm:spPr/>
    </dgm:pt>
    <dgm:pt modelId="{9944D0E3-DAE5-49D8-84E9-30F906BC354B}" type="pres">
      <dgm:prSet presAssocID="{DD8A4911-9D33-4AB4-96A1-EDB7C12DFC07}" presName="Name21" presStyleCnt="0"/>
      <dgm:spPr/>
    </dgm:pt>
    <dgm:pt modelId="{98053F7B-15FE-4A9E-AD74-0E79087B9BFE}" type="pres">
      <dgm:prSet presAssocID="{DD8A4911-9D33-4AB4-96A1-EDB7C12DFC07}" presName="level2Shape" presStyleLbl="node3" presStyleIdx="0" presStyleCnt="7"/>
      <dgm:spPr/>
    </dgm:pt>
    <dgm:pt modelId="{0F79ABBA-D3FD-44E6-BE9C-99E35D71C917}" type="pres">
      <dgm:prSet presAssocID="{DD8A4911-9D33-4AB4-96A1-EDB7C12DFC07}" presName="hierChild3" presStyleCnt="0"/>
      <dgm:spPr/>
    </dgm:pt>
    <dgm:pt modelId="{40C69A29-C1EE-498B-976F-DA162001CF02}" type="pres">
      <dgm:prSet presAssocID="{39C0A1F3-F8DC-4031-8531-615BEB3F296D}" presName="Name19" presStyleLbl="parChTrans1D3" presStyleIdx="1" presStyleCnt="7"/>
      <dgm:spPr/>
    </dgm:pt>
    <dgm:pt modelId="{45D41304-A513-4C24-BFEB-46F948339BB0}" type="pres">
      <dgm:prSet presAssocID="{FF1E3513-0BEA-4168-B432-3FCC810C376D}" presName="Name21" presStyleCnt="0"/>
      <dgm:spPr/>
    </dgm:pt>
    <dgm:pt modelId="{17D6795F-2397-4576-AA18-4B8C3DD56947}" type="pres">
      <dgm:prSet presAssocID="{FF1E3513-0BEA-4168-B432-3FCC810C376D}" presName="level2Shape" presStyleLbl="node3" presStyleIdx="1" presStyleCnt="7"/>
      <dgm:spPr/>
    </dgm:pt>
    <dgm:pt modelId="{A2F1DAF6-BB48-4C36-93EA-789987F8BEE4}" type="pres">
      <dgm:prSet presAssocID="{FF1E3513-0BEA-4168-B432-3FCC810C376D}" presName="hierChild3" presStyleCnt="0"/>
      <dgm:spPr/>
    </dgm:pt>
    <dgm:pt modelId="{8FD72A90-2EA3-45FF-B5BA-8C7FD672EBEA}" type="pres">
      <dgm:prSet presAssocID="{2D068519-409A-4ADC-890B-2983E0C1D4FB}" presName="Name19" presStyleLbl="parChTrans1D3" presStyleIdx="2" presStyleCnt="7"/>
      <dgm:spPr/>
    </dgm:pt>
    <dgm:pt modelId="{B1F00282-188F-4823-9434-379D04BD7D2D}" type="pres">
      <dgm:prSet presAssocID="{103EDA6F-C709-4776-9983-DEF7073B0099}" presName="Name21" presStyleCnt="0"/>
      <dgm:spPr/>
    </dgm:pt>
    <dgm:pt modelId="{5FBDB422-366D-4889-A6ED-20FE1811D239}" type="pres">
      <dgm:prSet presAssocID="{103EDA6F-C709-4776-9983-DEF7073B0099}" presName="level2Shape" presStyleLbl="node3" presStyleIdx="2" presStyleCnt="7"/>
      <dgm:spPr/>
    </dgm:pt>
    <dgm:pt modelId="{9C0CD684-6A9D-4CBF-8E25-61FDBB96E344}" type="pres">
      <dgm:prSet presAssocID="{103EDA6F-C709-4776-9983-DEF7073B0099}" presName="hierChild3" presStyleCnt="0"/>
      <dgm:spPr/>
    </dgm:pt>
    <dgm:pt modelId="{E02DB204-C732-473B-B028-535A1AB3F454}" type="pres">
      <dgm:prSet presAssocID="{E7F551D4-6F78-429F-A52C-7EA96366A47D}" presName="Name19" presStyleLbl="parChTrans1D3" presStyleIdx="3" presStyleCnt="7"/>
      <dgm:spPr/>
    </dgm:pt>
    <dgm:pt modelId="{6B3D6053-CAC5-447C-92D5-104D037BC91D}" type="pres">
      <dgm:prSet presAssocID="{4573531B-4531-49DB-BA47-2C03CFC38EDE}" presName="Name21" presStyleCnt="0"/>
      <dgm:spPr/>
    </dgm:pt>
    <dgm:pt modelId="{6C048523-8C88-402C-8580-3C0FBAA61C7C}" type="pres">
      <dgm:prSet presAssocID="{4573531B-4531-49DB-BA47-2C03CFC38EDE}" presName="level2Shape" presStyleLbl="node3" presStyleIdx="3" presStyleCnt="7"/>
      <dgm:spPr/>
    </dgm:pt>
    <dgm:pt modelId="{0CF6EA7C-D928-4D03-B8F3-382CF2F113A7}" type="pres">
      <dgm:prSet presAssocID="{4573531B-4531-49DB-BA47-2C03CFC38EDE}" presName="hierChild3" presStyleCnt="0"/>
      <dgm:spPr/>
    </dgm:pt>
    <dgm:pt modelId="{703A976F-705D-42D6-BE36-8470E09A478D}" type="pres">
      <dgm:prSet presAssocID="{75910836-327D-4174-B6A7-1ADD2BF47566}" presName="Name19" presStyleLbl="parChTrans1D3" presStyleIdx="4" presStyleCnt="7"/>
      <dgm:spPr/>
    </dgm:pt>
    <dgm:pt modelId="{04051F81-EFDC-485B-988C-3CCCD9F2374C}" type="pres">
      <dgm:prSet presAssocID="{992F382A-42CF-46BA-847A-3783E562C8EF}" presName="Name21" presStyleCnt="0"/>
      <dgm:spPr/>
    </dgm:pt>
    <dgm:pt modelId="{5203B30E-7DCC-4F8B-9629-B0657D3545FF}" type="pres">
      <dgm:prSet presAssocID="{992F382A-42CF-46BA-847A-3783E562C8EF}" presName="level2Shape" presStyleLbl="node3" presStyleIdx="4" presStyleCnt="7"/>
      <dgm:spPr/>
    </dgm:pt>
    <dgm:pt modelId="{ACF4BBB3-F4D9-4D37-9CE4-C5A6F3A15E1E}" type="pres">
      <dgm:prSet presAssocID="{992F382A-42CF-46BA-847A-3783E562C8EF}" presName="hierChild3" presStyleCnt="0"/>
      <dgm:spPr/>
    </dgm:pt>
    <dgm:pt modelId="{2F8BD990-0533-4A65-8C03-B908E2956266}" type="pres">
      <dgm:prSet presAssocID="{5358BD15-F5CF-4A0D-895D-265BC24B1842}" presName="Name19" presStyleLbl="parChTrans1D2" presStyleIdx="1" presStyleCnt="2"/>
      <dgm:spPr/>
    </dgm:pt>
    <dgm:pt modelId="{500AE95C-4B32-4EA3-995F-1FBEC415635C}" type="pres">
      <dgm:prSet presAssocID="{D83C7E1C-9F35-430B-936C-A9948E5177AF}" presName="Name21" presStyleCnt="0"/>
      <dgm:spPr/>
    </dgm:pt>
    <dgm:pt modelId="{521B06B9-DB93-4AAF-918D-8F62DFEAA546}" type="pres">
      <dgm:prSet presAssocID="{D83C7E1C-9F35-430B-936C-A9948E5177AF}" presName="level2Shape" presStyleLbl="node2" presStyleIdx="1" presStyleCnt="2"/>
      <dgm:spPr/>
    </dgm:pt>
    <dgm:pt modelId="{AEDC2477-C43F-430B-B027-A9F59E35F337}" type="pres">
      <dgm:prSet presAssocID="{D83C7E1C-9F35-430B-936C-A9948E5177AF}" presName="hierChild3" presStyleCnt="0"/>
      <dgm:spPr/>
    </dgm:pt>
    <dgm:pt modelId="{01BDD470-305F-4BAD-923A-5B7ACFC66240}" type="pres">
      <dgm:prSet presAssocID="{085E125F-BED6-44A8-976A-32A33FCA9AC5}" presName="Name19" presStyleLbl="parChTrans1D3" presStyleIdx="5" presStyleCnt="7"/>
      <dgm:spPr/>
    </dgm:pt>
    <dgm:pt modelId="{9C0D0B7E-A861-402C-A7CF-D2087432F83C}" type="pres">
      <dgm:prSet presAssocID="{0C1F2EC7-9B18-409A-8A66-A1503D0E9A42}" presName="Name21" presStyleCnt="0"/>
      <dgm:spPr/>
    </dgm:pt>
    <dgm:pt modelId="{3592B63A-38A0-4A76-B7E0-9802C6D19481}" type="pres">
      <dgm:prSet presAssocID="{0C1F2EC7-9B18-409A-8A66-A1503D0E9A42}" presName="level2Shape" presStyleLbl="node3" presStyleIdx="5" presStyleCnt="7"/>
      <dgm:spPr/>
    </dgm:pt>
    <dgm:pt modelId="{E0BB4786-A5F8-4F03-9BFB-77ED9B557971}" type="pres">
      <dgm:prSet presAssocID="{0C1F2EC7-9B18-409A-8A66-A1503D0E9A42}" presName="hierChild3" presStyleCnt="0"/>
      <dgm:spPr/>
    </dgm:pt>
    <dgm:pt modelId="{175B023C-2A8A-4B2B-B0BA-488FDABC0E3D}" type="pres">
      <dgm:prSet presAssocID="{380A0976-9A72-4F8A-916E-3F4F80E023D4}" presName="Name19" presStyleLbl="parChTrans1D3" presStyleIdx="6" presStyleCnt="7"/>
      <dgm:spPr/>
    </dgm:pt>
    <dgm:pt modelId="{02ED9882-84E5-4617-A9D0-0CB560454863}" type="pres">
      <dgm:prSet presAssocID="{D3CDCBBB-0F76-459D-8E57-CC0A3B1F7F32}" presName="Name21" presStyleCnt="0"/>
      <dgm:spPr/>
    </dgm:pt>
    <dgm:pt modelId="{D65B7A96-759F-441E-B768-2897600E62F3}" type="pres">
      <dgm:prSet presAssocID="{D3CDCBBB-0F76-459D-8E57-CC0A3B1F7F32}" presName="level2Shape" presStyleLbl="node3" presStyleIdx="6" presStyleCnt="7"/>
      <dgm:spPr/>
    </dgm:pt>
    <dgm:pt modelId="{3A749DF9-0A62-410A-BF9E-7ED6CC6DECA8}" type="pres">
      <dgm:prSet presAssocID="{D3CDCBBB-0F76-459D-8E57-CC0A3B1F7F32}" presName="hierChild3" presStyleCnt="0"/>
      <dgm:spPr/>
    </dgm:pt>
    <dgm:pt modelId="{005EE88A-FE6E-4116-A599-3D9BD6674F8D}" type="pres">
      <dgm:prSet presAssocID="{FC039038-6C0E-42E1-98A1-E20EA8B616DB}" presName="bgShapesFlow" presStyleCnt="0"/>
      <dgm:spPr/>
    </dgm:pt>
  </dgm:ptLst>
  <dgm:cxnLst>
    <dgm:cxn modelId="{B72CA609-F2E1-4B51-9BA1-F65116E2D2AC}" type="presOf" srcId="{992F382A-42CF-46BA-847A-3783E562C8EF}" destId="{5203B30E-7DCC-4F8B-9629-B0657D3545FF}" srcOrd="0" destOrd="0" presId="urn:microsoft.com/office/officeart/2005/8/layout/hierarchy6"/>
    <dgm:cxn modelId="{7A668F15-A9A1-472C-90C4-A59F471B38D8}" type="presOf" srcId="{D83C7E1C-9F35-430B-936C-A9948E5177AF}" destId="{521B06B9-DB93-4AAF-918D-8F62DFEAA546}" srcOrd="0" destOrd="0" presId="urn:microsoft.com/office/officeart/2005/8/layout/hierarchy6"/>
    <dgm:cxn modelId="{9C83DC15-3B09-4DE7-9CE1-DBCEBFBEC970}" type="presOf" srcId="{380A0976-9A72-4F8A-916E-3F4F80E023D4}" destId="{175B023C-2A8A-4B2B-B0BA-488FDABC0E3D}" srcOrd="0" destOrd="0" presId="urn:microsoft.com/office/officeart/2005/8/layout/hierarchy6"/>
    <dgm:cxn modelId="{A116121A-BFC9-4F88-AC47-3FA7382EF7D7}" type="presOf" srcId="{8B56088A-E277-4286-9063-6E415047EDC8}" destId="{D1C8C7BB-833E-443B-8570-26C049094821}" srcOrd="0" destOrd="0" presId="urn:microsoft.com/office/officeart/2005/8/layout/hierarchy6"/>
    <dgm:cxn modelId="{F41E181F-CAFF-438C-9D6B-EF2C4077C9E4}" srcId="{D83C7E1C-9F35-430B-936C-A9948E5177AF}" destId="{0C1F2EC7-9B18-409A-8A66-A1503D0E9A42}" srcOrd="0" destOrd="0" parTransId="{085E125F-BED6-44A8-976A-32A33FCA9AC5}" sibTransId="{3BF38FE2-63B6-42D4-B588-3A4841B3CDF1}"/>
    <dgm:cxn modelId="{55277225-860B-4817-9DC7-0635CD229541}" type="presOf" srcId="{085E125F-BED6-44A8-976A-32A33FCA9AC5}" destId="{01BDD470-305F-4BAD-923A-5B7ACFC66240}" srcOrd="0" destOrd="0" presId="urn:microsoft.com/office/officeart/2005/8/layout/hierarchy6"/>
    <dgm:cxn modelId="{AC56222A-6515-4B5B-9606-F892747642E2}" srcId="{8B56088A-E277-4286-9063-6E415047EDC8}" destId="{FF1E3513-0BEA-4168-B432-3FCC810C376D}" srcOrd="1" destOrd="0" parTransId="{39C0A1F3-F8DC-4031-8531-615BEB3F296D}" sibTransId="{70D2B11B-6F40-4055-98D1-95E916841F18}"/>
    <dgm:cxn modelId="{D252382B-6E21-46B9-B6A4-09387929E03D}" srcId="{8B56088A-E277-4286-9063-6E415047EDC8}" destId="{DD8A4911-9D33-4AB4-96A1-EDB7C12DFC07}" srcOrd="0" destOrd="0" parTransId="{328F7672-E704-4286-BDA7-EEC993889C0B}" sibTransId="{5987F2B2-B596-44AA-9AC3-AF618BC44730}"/>
    <dgm:cxn modelId="{6101CF2E-7070-440B-AF73-0540C4BA81BF}" type="presOf" srcId="{FF1E3513-0BEA-4168-B432-3FCC810C376D}" destId="{17D6795F-2397-4576-AA18-4B8C3DD56947}" srcOrd="0" destOrd="0" presId="urn:microsoft.com/office/officeart/2005/8/layout/hierarchy6"/>
    <dgm:cxn modelId="{872A9739-BA32-470A-ACB5-41F055C5B927}" srcId="{8AFFE0E1-864E-42C2-9D6E-7085409A3BD7}" destId="{8B56088A-E277-4286-9063-6E415047EDC8}" srcOrd="0" destOrd="0" parTransId="{DC17C599-EA13-4B68-B9ED-BB566EFB13E4}" sibTransId="{8BFA02F2-9E2A-4598-AC73-A0F2B906282A}"/>
    <dgm:cxn modelId="{C297335B-EE96-46C3-99FE-6120176906A9}" srcId="{8B56088A-E277-4286-9063-6E415047EDC8}" destId="{4573531B-4531-49DB-BA47-2C03CFC38EDE}" srcOrd="3" destOrd="0" parTransId="{E7F551D4-6F78-429F-A52C-7EA96366A47D}" sibTransId="{FA32BDB8-0B96-4499-8B16-5DD31207EC1F}"/>
    <dgm:cxn modelId="{E43D5B44-07EC-4263-A6F6-7CC4E7275C8E}" srcId="{8B56088A-E277-4286-9063-6E415047EDC8}" destId="{103EDA6F-C709-4776-9983-DEF7073B0099}" srcOrd="2" destOrd="0" parTransId="{2D068519-409A-4ADC-890B-2983E0C1D4FB}" sibTransId="{AABDD1F5-FC96-47FE-8C4C-3B3940FA34C6}"/>
    <dgm:cxn modelId="{9C777149-7880-4A79-9F1A-2CBFD67BE4EE}" type="presOf" srcId="{DD8A4911-9D33-4AB4-96A1-EDB7C12DFC07}" destId="{98053F7B-15FE-4A9E-AD74-0E79087B9BFE}" srcOrd="0" destOrd="0" presId="urn:microsoft.com/office/officeart/2005/8/layout/hierarchy6"/>
    <dgm:cxn modelId="{0B3AED6D-AFD9-49BD-A23F-C2F77282A8E3}" type="presOf" srcId="{8AFFE0E1-864E-42C2-9D6E-7085409A3BD7}" destId="{DB82F2A6-BCC1-4EAA-96F9-860ABA89D197}" srcOrd="0" destOrd="0" presId="urn:microsoft.com/office/officeart/2005/8/layout/hierarchy6"/>
    <dgm:cxn modelId="{CDE7FB4E-2AF7-48A8-BCF8-7E0413385BF5}" srcId="{D83C7E1C-9F35-430B-936C-A9948E5177AF}" destId="{D3CDCBBB-0F76-459D-8E57-CC0A3B1F7F32}" srcOrd="1" destOrd="0" parTransId="{380A0976-9A72-4F8A-916E-3F4F80E023D4}" sibTransId="{AB351ACE-C330-4E82-A514-CF9D4A43DCE9}"/>
    <dgm:cxn modelId="{9D5A6050-4403-43B2-AA2C-E9FC5A7D227E}" type="presOf" srcId="{FC039038-6C0E-42E1-98A1-E20EA8B616DB}" destId="{1D0C26DB-9DA3-4A23-AC8B-02AD49AD326D}" srcOrd="0" destOrd="0" presId="urn:microsoft.com/office/officeart/2005/8/layout/hierarchy6"/>
    <dgm:cxn modelId="{A259EE50-536E-4DB4-A545-EAA5C5A54D91}" type="presOf" srcId="{75910836-327D-4174-B6A7-1ADD2BF47566}" destId="{703A976F-705D-42D6-BE36-8470E09A478D}" srcOrd="0" destOrd="0" presId="urn:microsoft.com/office/officeart/2005/8/layout/hierarchy6"/>
    <dgm:cxn modelId="{2B42F856-541B-403B-841C-E8F9152CBF9E}" type="presOf" srcId="{2D068519-409A-4ADC-890B-2983E0C1D4FB}" destId="{8FD72A90-2EA3-45FF-B5BA-8C7FD672EBEA}" srcOrd="0" destOrd="0" presId="urn:microsoft.com/office/officeart/2005/8/layout/hierarchy6"/>
    <dgm:cxn modelId="{E1118579-6325-49D6-88B6-76B3D1BC8B2A}" type="presOf" srcId="{0C1F2EC7-9B18-409A-8A66-A1503D0E9A42}" destId="{3592B63A-38A0-4A76-B7E0-9802C6D19481}" srcOrd="0" destOrd="0" presId="urn:microsoft.com/office/officeart/2005/8/layout/hierarchy6"/>
    <dgm:cxn modelId="{79FA4CA3-EB28-43C3-9E59-A350CBC5C780}" srcId="{FC039038-6C0E-42E1-98A1-E20EA8B616DB}" destId="{8AFFE0E1-864E-42C2-9D6E-7085409A3BD7}" srcOrd="0" destOrd="0" parTransId="{6BFD6415-1B32-4397-A97D-369D2A728BD2}" sibTransId="{359E162A-B7FD-4821-BB7D-7A87DE8EBD96}"/>
    <dgm:cxn modelId="{1861A2B3-8BAC-4079-9794-A7D5B27D3EB5}" type="presOf" srcId="{DC17C599-EA13-4B68-B9ED-BB566EFB13E4}" destId="{8E468210-5EED-4528-AD99-262F0161522F}" srcOrd="0" destOrd="0" presId="urn:microsoft.com/office/officeart/2005/8/layout/hierarchy6"/>
    <dgm:cxn modelId="{AC6F08C5-03AB-44B8-B96D-325EAE8242BB}" type="presOf" srcId="{328F7672-E704-4286-BDA7-EEC993889C0B}" destId="{CDCF7762-05A7-46F3-98FE-1186B8DCEB7B}" srcOrd="0" destOrd="0" presId="urn:microsoft.com/office/officeart/2005/8/layout/hierarchy6"/>
    <dgm:cxn modelId="{0A0CAFC6-EA40-4F8F-846A-9B711934F029}" type="presOf" srcId="{4573531B-4531-49DB-BA47-2C03CFC38EDE}" destId="{6C048523-8C88-402C-8580-3C0FBAA61C7C}" srcOrd="0" destOrd="0" presId="urn:microsoft.com/office/officeart/2005/8/layout/hierarchy6"/>
    <dgm:cxn modelId="{751579D0-D76F-4386-8846-EA3D9B583E7C}" type="presOf" srcId="{E7F551D4-6F78-429F-A52C-7EA96366A47D}" destId="{E02DB204-C732-473B-B028-535A1AB3F454}" srcOrd="0" destOrd="0" presId="urn:microsoft.com/office/officeart/2005/8/layout/hierarchy6"/>
    <dgm:cxn modelId="{E6B3E1D5-D4E2-484C-849D-5EDBCA7084EB}" srcId="{8B56088A-E277-4286-9063-6E415047EDC8}" destId="{992F382A-42CF-46BA-847A-3783E562C8EF}" srcOrd="4" destOrd="0" parTransId="{75910836-327D-4174-B6A7-1ADD2BF47566}" sibTransId="{DEB0175F-34CF-4269-B49D-F0C735924B87}"/>
    <dgm:cxn modelId="{18775CE2-5F37-4BD2-B33A-EFF47C1E6848}" srcId="{8AFFE0E1-864E-42C2-9D6E-7085409A3BD7}" destId="{D83C7E1C-9F35-430B-936C-A9948E5177AF}" srcOrd="1" destOrd="0" parTransId="{5358BD15-F5CF-4A0D-895D-265BC24B1842}" sibTransId="{47D850ED-77AC-4F08-A770-17752FA98A49}"/>
    <dgm:cxn modelId="{E5258DE9-111C-4440-B8B8-0F5440768AA9}" type="presOf" srcId="{103EDA6F-C709-4776-9983-DEF7073B0099}" destId="{5FBDB422-366D-4889-A6ED-20FE1811D239}" srcOrd="0" destOrd="0" presId="urn:microsoft.com/office/officeart/2005/8/layout/hierarchy6"/>
    <dgm:cxn modelId="{EC3140EE-DAE0-4D4D-BF4C-155A3F71B1FE}" type="presOf" srcId="{D3CDCBBB-0F76-459D-8E57-CC0A3B1F7F32}" destId="{D65B7A96-759F-441E-B768-2897600E62F3}" srcOrd="0" destOrd="0" presId="urn:microsoft.com/office/officeart/2005/8/layout/hierarchy6"/>
    <dgm:cxn modelId="{180142F4-7D3E-4AB6-88E8-F70B20467E32}" type="presOf" srcId="{39C0A1F3-F8DC-4031-8531-615BEB3F296D}" destId="{40C69A29-C1EE-498B-976F-DA162001CF02}" srcOrd="0" destOrd="0" presId="urn:microsoft.com/office/officeart/2005/8/layout/hierarchy6"/>
    <dgm:cxn modelId="{72DC74FF-020F-4958-8056-BC31EC046CE0}" type="presOf" srcId="{5358BD15-F5CF-4A0D-895D-265BC24B1842}" destId="{2F8BD990-0533-4A65-8C03-B908E2956266}" srcOrd="0" destOrd="0" presId="urn:microsoft.com/office/officeart/2005/8/layout/hierarchy6"/>
    <dgm:cxn modelId="{0009FFA9-AAB2-495F-B81A-93B2E59D6254}" type="presParOf" srcId="{1D0C26DB-9DA3-4A23-AC8B-02AD49AD326D}" destId="{D62F8BFF-FE5A-4023-B9B3-CB30DC6B73C8}" srcOrd="0" destOrd="0" presId="urn:microsoft.com/office/officeart/2005/8/layout/hierarchy6"/>
    <dgm:cxn modelId="{8FC354E3-575D-4A66-AEE4-30F481083C28}" type="presParOf" srcId="{D62F8BFF-FE5A-4023-B9B3-CB30DC6B73C8}" destId="{11A243C9-6603-4B89-96D1-81C0FCF0E310}" srcOrd="0" destOrd="0" presId="urn:microsoft.com/office/officeart/2005/8/layout/hierarchy6"/>
    <dgm:cxn modelId="{EE482173-B961-439D-98AB-1B0365F7EB8D}" type="presParOf" srcId="{11A243C9-6603-4B89-96D1-81C0FCF0E310}" destId="{B370B3F8-15FB-4C01-9099-8D062AFA65E9}" srcOrd="0" destOrd="0" presId="urn:microsoft.com/office/officeart/2005/8/layout/hierarchy6"/>
    <dgm:cxn modelId="{E8F00B59-812F-4C35-A609-C898075DE22C}" type="presParOf" srcId="{B370B3F8-15FB-4C01-9099-8D062AFA65E9}" destId="{DB82F2A6-BCC1-4EAA-96F9-860ABA89D197}" srcOrd="0" destOrd="0" presId="urn:microsoft.com/office/officeart/2005/8/layout/hierarchy6"/>
    <dgm:cxn modelId="{D9B55B1A-D2E5-45D6-9BB2-AF3F7D9011D6}" type="presParOf" srcId="{B370B3F8-15FB-4C01-9099-8D062AFA65E9}" destId="{467704B1-AADB-4687-973E-0487395F7FF8}" srcOrd="1" destOrd="0" presId="urn:microsoft.com/office/officeart/2005/8/layout/hierarchy6"/>
    <dgm:cxn modelId="{24BC1392-F341-4F8E-99EE-890403BFDF2D}" type="presParOf" srcId="{467704B1-AADB-4687-973E-0487395F7FF8}" destId="{8E468210-5EED-4528-AD99-262F0161522F}" srcOrd="0" destOrd="0" presId="urn:microsoft.com/office/officeart/2005/8/layout/hierarchy6"/>
    <dgm:cxn modelId="{D646EA3A-FE0A-42B0-A6DB-8321A2D1EBD9}" type="presParOf" srcId="{467704B1-AADB-4687-973E-0487395F7FF8}" destId="{BA3F4458-4550-460D-8521-A0CF35E14615}" srcOrd="1" destOrd="0" presId="urn:microsoft.com/office/officeart/2005/8/layout/hierarchy6"/>
    <dgm:cxn modelId="{A82E5A58-7B47-4F30-BAA3-8FDC44FA30ED}" type="presParOf" srcId="{BA3F4458-4550-460D-8521-A0CF35E14615}" destId="{D1C8C7BB-833E-443B-8570-26C049094821}" srcOrd="0" destOrd="0" presId="urn:microsoft.com/office/officeart/2005/8/layout/hierarchy6"/>
    <dgm:cxn modelId="{24470500-1A22-4CC0-AC80-EEF7162B9380}" type="presParOf" srcId="{BA3F4458-4550-460D-8521-A0CF35E14615}" destId="{6D8FF1F3-8D0A-40FC-A714-0669887E7A43}" srcOrd="1" destOrd="0" presId="urn:microsoft.com/office/officeart/2005/8/layout/hierarchy6"/>
    <dgm:cxn modelId="{8C4F1EF5-51A2-4730-9A5D-E156C279ED9B}" type="presParOf" srcId="{6D8FF1F3-8D0A-40FC-A714-0669887E7A43}" destId="{CDCF7762-05A7-46F3-98FE-1186B8DCEB7B}" srcOrd="0" destOrd="0" presId="urn:microsoft.com/office/officeart/2005/8/layout/hierarchy6"/>
    <dgm:cxn modelId="{FF01CA39-EE71-48E6-ACB8-B3327FAD50EB}" type="presParOf" srcId="{6D8FF1F3-8D0A-40FC-A714-0669887E7A43}" destId="{9944D0E3-DAE5-49D8-84E9-30F906BC354B}" srcOrd="1" destOrd="0" presId="urn:microsoft.com/office/officeart/2005/8/layout/hierarchy6"/>
    <dgm:cxn modelId="{5458701C-2106-4693-A3B6-60C4D1F5C031}" type="presParOf" srcId="{9944D0E3-DAE5-49D8-84E9-30F906BC354B}" destId="{98053F7B-15FE-4A9E-AD74-0E79087B9BFE}" srcOrd="0" destOrd="0" presId="urn:microsoft.com/office/officeart/2005/8/layout/hierarchy6"/>
    <dgm:cxn modelId="{3032FB9A-E26A-4227-A9BE-06DEE1ED7CB0}" type="presParOf" srcId="{9944D0E3-DAE5-49D8-84E9-30F906BC354B}" destId="{0F79ABBA-D3FD-44E6-BE9C-99E35D71C917}" srcOrd="1" destOrd="0" presId="urn:microsoft.com/office/officeart/2005/8/layout/hierarchy6"/>
    <dgm:cxn modelId="{435B75F6-1CB5-4170-8501-551E4E5B3D7D}" type="presParOf" srcId="{6D8FF1F3-8D0A-40FC-A714-0669887E7A43}" destId="{40C69A29-C1EE-498B-976F-DA162001CF02}" srcOrd="2" destOrd="0" presId="urn:microsoft.com/office/officeart/2005/8/layout/hierarchy6"/>
    <dgm:cxn modelId="{D36E7A78-E010-4BA7-A744-4FE654864719}" type="presParOf" srcId="{6D8FF1F3-8D0A-40FC-A714-0669887E7A43}" destId="{45D41304-A513-4C24-BFEB-46F948339BB0}" srcOrd="3" destOrd="0" presId="urn:microsoft.com/office/officeart/2005/8/layout/hierarchy6"/>
    <dgm:cxn modelId="{7ADD0CB9-30A6-447F-96A7-38BA832F98F8}" type="presParOf" srcId="{45D41304-A513-4C24-BFEB-46F948339BB0}" destId="{17D6795F-2397-4576-AA18-4B8C3DD56947}" srcOrd="0" destOrd="0" presId="urn:microsoft.com/office/officeart/2005/8/layout/hierarchy6"/>
    <dgm:cxn modelId="{B7EB79DE-03B4-46D1-8081-C758A31B5CB5}" type="presParOf" srcId="{45D41304-A513-4C24-BFEB-46F948339BB0}" destId="{A2F1DAF6-BB48-4C36-93EA-789987F8BEE4}" srcOrd="1" destOrd="0" presId="urn:microsoft.com/office/officeart/2005/8/layout/hierarchy6"/>
    <dgm:cxn modelId="{06246A3A-475F-473B-BF92-84ADEF16F624}" type="presParOf" srcId="{6D8FF1F3-8D0A-40FC-A714-0669887E7A43}" destId="{8FD72A90-2EA3-45FF-B5BA-8C7FD672EBEA}" srcOrd="4" destOrd="0" presId="urn:microsoft.com/office/officeart/2005/8/layout/hierarchy6"/>
    <dgm:cxn modelId="{B5D66FAD-1DFC-4AC7-8DEE-28477FCD770B}" type="presParOf" srcId="{6D8FF1F3-8D0A-40FC-A714-0669887E7A43}" destId="{B1F00282-188F-4823-9434-379D04BD7D2D}" srcOrd="5" destOrd="0" presId="urn:microsoft.com/office/officeart/2005/8/layout/hierarchy6"/>
    <dgm:cxn modelId="{2A5649D8-8F95-4B51-A13E-985219E3200F}" type="presParOf" srcId="{B1F00282-188F-4823-9434-379D04BD7D2D}" destId="{5FBDB422-366D-4889-A6ED-20FE1811D239}" srcOrd="0" destOrd="0" presId="urn:microsoft.com/office/officeart/2005/8/layout/hierarchy6"/>
    <dgm:cxn modelId="{4F2F4145-7D4C-4A34-84C8-43567B043D22}" type="presParOf" srcId="{B1F00282-188F-4823-9434-379D04BD7D2D}" destId="{9C0CD684-6A9D-4CBF-8E25-61FDBB96E344}" srcOrd="1" destOrd="0" presId="urn:microsoft.com/office/officeart/2005/8/layout/hierarchy6"/>
    <dgm:cxn modelId="{BEED391C-B1DA-4E28-A393-11B11AD501F5}" type="presParOf" srcId="{6D8FF1F3-8D0A-40FC-A714-0669887E7A43}" destId="{E02DB204-C732-473B-B028-535A1AB3F454}" srcOrd="6" destOrd="0" presId="urn:microsoft.com/office/officeart/2005/8/layout/hierarchy6"/>
    <dgm:cxn modelId="{3A71E461-C52C-4D17-8DF5-96194D0172EC}" type="presParOf" srcId="{6D8FF1F3-8D0A-40FC-A714-0669887E7A43}" destId="{6B3D6053-CAC5-447C-92D5-104D037BC91D}" srcOrd="7" destOrd="0" presId="urn:microsoft.com/office/officeart/2005/8/layout/hierarchy6"/>
    <dgm:cxn modelId="{059EBC9F-B339-4766-842D-DC8685EDD255}" type="presParOf" srcId="{6B3D6053-CAC5-447C-92D5-104D037BC91D}" destId="{6C048523-8C88-402C-8580-3C0FBAA61C7C}" srcOrd="0" destOrd="0" presId="urn:microsoft.com/office/officeart/2005/8/layout/hierarchy6"/>
    <dgm:cxn modelId="{56EAEAEA-A9F0-4D75-B51C-F9BE29FBF7C2}" type="presParOf" srcId="{6B3D6053-CAC5-447C-92D5-104D037BC91D}" destId="{0CF6EA7C-D928-4D03-B8F3-382CF2F113A7}" srcOrd="1" destOrd="0" presId="urn:microsoft.com/office/officeart/2005/8/layout/hierarchy6"/>
    <dgm:cxn modelId="{0F3A22F6-9D26-4743-BEF3-9529EBA8745A}" type="presParOf" srcId="{6D8FF1F3-8D0A-40FC-A714-0669887E7A43}" destId="{703A976F-705D-42D6-BE36-8470E09A478D}" srcOrd="8" destOrd="0" presId="urn:microsoft.com/office/officeart/2005/8/layout/hierarchy6"/>
    <dgm:cxn modelId="{CB235DE5-A8EA-4E53-8349-1887A35AB4CC}" type="presParOf" srcId="{6D8FF1F3-8D0A-40FC-A714-0669887E7A43}" destId="{04051F81-EFDC-485B-988C-3CCCD9F2374C}" srcOrd="9" destOrd="0" presId="urn:microsoft.com/office/officeart/2005/8/layout/hierarchy6"/>
    <dgm:cxn modelId="{A422C06E-D5D5-4146-9F1C-73B11CD2F7BC}" type="presParOf" srcId="{04051F81-EFDC-485B-988C-3CCCD9F2374C}" destId="{5203B30E-7DCC-4F8B-9629-B0657D3545FF}" srcOrd="0" destOrd="0" presId="urn:microsoft.com/office/officeart/2005/8/layout/hierarchy6"/>
    <dgm:cxn modelId="{34B9D349-7DC3-4E88-87F4-D2A66EAC9993}" type="presParOf" srcId="{04051F81-EFDC-485B-988C-3CCCD9F2374C}" destId="{ACF4BBB3-F4D9-4D37-9CE4-C5A6F3A15E1E}" srcOrd="1" destOrd="0" presId="urn:microsoft.com/office/officeart/2005/8/layout/hierarchy6"/>
    <dgm:cxn modelId="{D1B7A767-A244-4269-BCBB-1BA947AA1356}" type="presParOf" srcId="{467704B1-AADB-4687-973E-0487395F7FF8}" destId="{2F8BD990-0533-4A65-8C03-B908E2956266}" srcOrd="2" destOrd="0" presId="urn:microsoft.com/office/officeart/2005/8/layout/hierarchy6"/>
    <dgm:cxn modelId="{6D0ABFF7-06FB-49CE-926E-B35338BA6AFA}" type="presParOf" srcId="{467704B1-AADB-4687-973E-0487395F7FF8}" destId="{500AE95C-4B32-4EA3-995F-1FBEC415635C}" srcOrd="3" destOrd="0" presId="urn:microsoft.com/office/officeart/2005/8/layout/hierarchy6"/>
    <dgm:cxn modelId="{BB3B9DFB-9636-4C78-95DF-019416E1AFCF}" type="presParOf" srcId="{500AE95C-4B32-4EA3-995F-1FBEC415635C}" destId="{521B06B9-DB93-4AAF-918D-8F62DFEAA546}" srcOrd="0" destOrd="0" presId="urn:microsoft.com/office/officeart/2005/8/layout/hierarchy6"/>
    <dgm:cxn modelId="{8D7CC33A-9332-419E-A3B9-F22EA4C4E460}" type="presParOf" srcId="{500AE95C-4B32-4EA3-995F-1FBEC415635C}" destId="{AEDC2477-C43F-430B-B027-A9F59E35F337}" srcOrd="1" destOrd="0" presId="urn:microsoft.com/office/officeart/2005/8/layout/hierarchy6"/>
    <dgm:cxn modelId="{4CD3B7A0-5CE0-4283-B417-8550E32E5A4E}" type="presParOf" srcId="{AEDC2477-C43F-430B-B027-A9F59E35F337}" destId="{01BDD470-305F-4BAD-923A-5B7ACFC66240}" srcOrd="0" destOrd="0" presId="urn:microsoft.com/office/officeart/2005/8/layout/hierarchy6"/>
    <dgm:cxn modelId="{9E4D9B8C-52CD-4403-B030-CD3DBD952F4B}" type="presParOf" srcId="{AEDC2477-C43F-430B-B027-A9F59E35F337}" destId="{9C0D0B7E-A861-402C-A7CF-D2087432F83C}" srcOrd="1" destOrd="0" presId="urn:microsoft.com/office/officeart/2005/8/layout/hierarchy6"/>
    <dgm:cxn modelId="{6E5F2DA5-4BF0-4270-8C7B-994240DA0574}" type="presParOf" srcId="{9C0D0B7E-A861-402C-A7CF-D2087432F83C}" destId="{3592B63A-38A0-4A76-B7E0-9802C6D19481}" srcOrd="0" destOrd="0" presId="urn:microsoft.com/office/officeart/2005/8/layout/hierarchy6"/>
    <dgm:cxn modelId="{D984285B-FE12-46B9-BC20-15D6A6A35DD1}" type="presParOf" srcId="{9C0D0B7E-A861-402C-A7CF-D2087432F83C}" destId="{E0BB4786-A5F8-4F03-9BFB-77ED9B557971}" srcOrd="1" destOrd="0" presId="urn:microsoft.com/office/officeart/2005/8/layout/hierarchy6"/>
    <dgm:cxn modelId="{A6AF3013-B1CB-494F-8C80-6CEE9BD4B720}" type="presParOf" srcId="{AEDC2477-C43F-430B-B027-A9F59E35F337}" destId="{175B023C-2A8A-4B2B-B0BA-488FDABC0E3D}" srcOrd="2" destOrd="0" presId="urn:microsoft.com/office/officeart/2005/8/layout/hierarchy6"/>
    <dgm:cxn modelId="{0504BF21-BF3D-4169-A228-15AC629104BB}" type="presParOf" srcId="{AEDC2477-C43F-430B-B027-A9F59E35F337}" destId="{02ED9882-84E5-4617-A9D0-0CB560454863}" srcOrd="3" destOrd="0" presId="urn:microsoft.com/office/officeart/2005/8/layout/hierarchy6"/>
    <dgm:cxn modelId="{D5D53F09-F714-4B72-A179-80AF05EE68F2}" type="presParOf" srcId="{02ED9882-84E5-4617-A9D0-0CB560454863}" destId="{D65B7A96-759F-441E-B768-2897600E62F3}" srcOrd="0" destOrd="0" presId="urn:microsoft.com/office/officeart/2005/8/layout/hierarchy6"/>
    <dgm:cxn modelId="{B9831D6F-7CDB-453D-910E-1ADAC9831602}" type="presParOf" srcId="{02ED9882-84E5-4617-A9D0-0CB560454863}" destId="{3A749DF9-0A62-410A-BF9E-7ED6CC6DECA8}" srcOrd="1" destOrd="0" presId="urn:microsoft.com/office/officeart/2005/8/layout/hierarchy6"/>
    <dgm:cxn modelId="{91543B50-4B0C-4F09-94B9-AF1BB6C7D79C}" type="presParOf" srcId="{1D0C26DB-9DA3-4A23-AC8B-02AD49AD326D}" destId="{005EE88A-FE6E-4116-A599-3D9BD6674F8D}" srcOrd="1" destOrd="0" presId="urn:microsoft.com/office/officeart/2005/8/layout/hierarchy6"/>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CFF2F459-0B0E-4EBD-8E30-D84467F228AA}" type="doc">
      <dgm:prSet loTypeId="urn:microsoft.com/office/officeart/2005/8/layout/hierarchy2" loCatId="hierarchy" qsTypeId="urn:microsoft.com/office/officeart/2005/8/quickstyle/simple2" qsCatId="simple" csTypeId="urn:microsoft.com/office/officeart/2005/8/colors/colorful2" csCatId="colorful" phldr="1"/>
      <dgm:spPr/>
      <dgm:t>
        <a:bodyPr/>
        <a:lstStyle/>
        <a:p>
          <a:endParaRPr lang="zh-CN" altLang="en-US"/>
        </a:p>
      </dgm:t>
    </dgm:pt>
    <dgm:pt modelId="{B23CAF52-1B20-436A-9B55-2E665C010D16}">
      <dgm:prSet phldrT="[文本]" custT="1"/>
      <dgm:spPr/>
      <dgm:t>
        <a:bodyPr/>
        <a:lstStyle/>
        <a:p>
          <a:r>
            <a:rPr lang="zh-CN" altLang="en-US" sz="1600" dirty="0">
              <a:latin typeface="微软雅黑" panose="020B0503020204020204" pitchFamily="34" charset="-122"/>
              <a:ea typeface="微软雅黑" panose="020B0503020204020204" pitchFamily="34" charset="-122"/>
            </a:rPr>
            <a:t>加氢精制</a:t>
          </a:r>
        </a:p>
      </dgm:t>
    </dgm:pt>
    <dgm:pt modelId="{19AE2CED-1DBD-4CE1-ADF5-78C21815E708}" type="parTrans" cxnId="{7DDDB8E3-A862-4B83-8EFD-FD6E67ACA839}">
      <dgm:prSet/>
      <dgm:spPr/>
      <dgm:t>
        <a:bodyPr/>
        <a:lstStyle/>
        <a:p>
          <a:endParaRPr lang="zh-CN" altLang="en-US" sz="1600"/>
        </a:p>
      </dgm:t>
    </dgm:pt>
    <dgm:pt modelId="{0C7E60E6-FEF2-4982-ABA2-2CBE0F627308}" type="sibTrans" cxnId="{7DDDB8E3-A862-4B83-8EFD-FD6E67ACA839}">
      <dgm:prSet/>
      <dgm:spPr/>
      <dgm:t>
        <a:bodyPr/>
        <a:lstStyle/>
        <a:p>
          <a:endParaRPr lang="zh-CN" altLang="en-US" sz="1600"/>
        </a:p>
      </dgm:t>
    </dgm:pt>
    <dgm:pt modelId="{A3193F5D-779E-4AB8-BDA1-5F9542FEF037}">
      <dgm:prSet phldrT="[文本]" custT="1"/>
      <dgm:spPr/>
      <dgm:t>
        <a:bodyPr/>
        <a:lstStyle/>
        <a:p>
          <a:r>
            <a:rPr lang="zh-CN" altLang="en-US" sz="1600" dirty="0">
              <a:latin typeface="微软雅黑" panose="020B0503020204020204" pitchFamily="34" charset="-122"/>
              <a:ea typeface="微软雅黑" panose="020B0503020204020204" pitchFamily="34" charset="-122"/>
            </a:rPr>
            <a:t>连续淤浆床釜式</a:t>
          </a:r>
          <a:endParaRPr lang="zh-CN" altLang="en-US" sz="1600" dirty="0"/>
        </a:p>
      </dgm:t>
    </dgm:pt>
    <dgm:pt modelId="{30F8AC07-940C-4C80-848A-8B8E453498F9}" type="parTrans" cxnId="{0A6A1244-E922-471B-81AE-087C6E0C49FA}">
      <dgm:prSet custT="1"/>
      <dgm:spPr/>
      <dgm:t>
        <a:bodyPr/>
        <a:lstStyle/>
        <a:p>
          <a:endParaRPr lang="zh-CN" altLang="en-US" sz="1600"/>
        </a:p>
      </dgm:t>
    </dgm:pt>
    <dgm:pt modelId="{4D768445-A425-47E5-B279-D1E445A6AB77}" type="sibTrans" cxnId="{0A6A1244-E922-471B-81AE-087C6E0C49FA}">
      <dgm:prSet/>
      <dgm:spPr/>
      <dgm:t>
        <a:bodyPr/>
        <a:lstStyle/>
        <a:p>
          <a:endParaRPr lang="zh-CN" altLang="en-US" sz="1600"/>
        </a:p>
      </dgm:t>
    </dgm:pt>
    <dgm:pt modelId="{6BC23F1F-1168-4F0D-A583-93A8008CE6E7}">
      <dgm:prSet phldrT="[文本]" custT="1"/>
      <dgm:spPr/>
      <dgm:t>
        <a:bodyPr/>
        <a:lstStyle/>
        <a:p>
          <a:r>
            <a:rPr lang="zh-CN" altLang="en-US" sz="1600" dirty="0">
              <a:latin typeface="微软雅黑" panose="020B0503020204020204" pitchFamily="34" charset="-122"/>
              <a:ea typeface="微软雅黑" panose="020B0503020204020204" pitchFamily="34" charset="-122"/>
            </a:rPr>
            <a:t>磁稳定床</a:t>
          </a:r>
          <a:endParaRPr lang="zh-CN" altLang="en-US" sz="1600" dirty="0"/>
        </a:p>
      </dgm:t>
    </dgm:pt>
    <dgm:pt modelId="{FCF21AD7-E9E4-4563-B8B5-4ADD12904CFE}" type="parTrans" cxnId="{079CEE6E-EC5A-4415-A110-60F0402A902C}">
      <dgm:prSet custT="1"/>
      <dgm:spPr/>
      <dgm:t>
        <a:bodyPr/>
        <a:lstStyle/>
        <a:p>
          <a:endParaRPr lang="zh-CN" altLang="en-US" sz="1600"/>
        </a:p>
      </dgm:t>
    </dgm:pt>
    <dgm:pt modelId="{D164BA64-BA07-4E3B-B8CF-2F06DC56E8BC}" type="sibTrans" cxnId="{079CEE6E-EC5A-4415-A110-60F0402A902C}">
      <dgm:prSet/>
      <dgm:spPr/>
      <dgm:t>
        <a:bodyPr/>
        <a:lstStyle/>
        <a:p>
          <a:endParaRPr lang="zh-CN" altLang="en-US" sz="1600"/>
        </a:p>
      </dgm:t>
    </dgm:pt>
    <dgm:pt modelId="{F2231C77-E3A2-4A8A-BA7E-F247890E97BA}">
      <dgm:prSet phldrT="[文本]" custT="1"/>
      <dgm:spPr/>
      <dgm:t>
        <a:bodyPr/>
        <a:lstStyle/>
        <a:p>
          <a:r>
            <a:rPr lang="zh-CN" altLang="en-US" sz="1600" dirty="0">
              <a:latin typeface="微软雅黑" panose="020B0503020204020204" pitchFamily="34" charset="-122"/>
              <a:ea typeface="微软雅黑" panose="020B0503020204020204" pitchFamily="34" charset="-122"/>
            </a:rPr>
            <a:t>固定床</a:t>
          </a:r>
        </a:p>
      </dgm:t>
    </dgm:pt>
    <dgm:pt modelId="{88CBE0A6-1D30-4D68-92A4-1F9317289BC8}" type="parTrans" cxnId="{998D228A-9637-4771-A8F8-0FE0260921B7}">
      <dgm:prSet custT="1"/>
      <dgm:spPr/>
      <dgm:t>
        <a:bodyPr/>
        <a:lstStyle/>
        <a:p>
          <a:endParaRPr lang="zh-CN" altLang="en-US" sz="1600"/>
        </a:p>
      </dgm:t>
    </dgm:pt>
    <dgm:pt modelId="{8D8E1045-6942-45CA-93B7-CD63BFF64AC3}" type="sibTrans" cxnId="{998D228A-9637-4771-A8F8-0FE0260921B7}">
      <dgm:prSet/>
      <dgm:spPr/>
      <dgm:t>
        <a:bodyPr/>
        <a:lstStyle/>
        <a:p>
          <a:endParaRPr lang="zh-CN" altLang="en-US" sz="1600"/>
        </a:p>
      </dgm:t>
    </dgm:pt>
    <dgm:pt modelId="{49BC4216-56F1-4D3D-92D8-FC8AEDBA9FD6}">
      <dgm:prSet custT="1"/>
      <dgm:spPr/>
      <dgm:t>
        <a:bodyPr/>
        <a:lstStyle/>
        <a:p>
          <a:r>
            <a:rPr lang="zh-CN" altLang="en-US" sz="1600" dirty="0">
              <a:latin typeface="微软雅黑" panose="020B0503020204020204" pitchFamily="34" charset="-122"/>
              <a:ea typeface="微软雅黑" panose="020B0503020204020204" pitchFamily="34" charset="-122"/>
            </a:rPr>
            <a:t>气液固三相磁稳定床</a:t>
          </a:r>
          <a:endParaRPr lang="zh-CN" altLang="en-US" sz="1600" dirty="0"/>
        </a:p>
      </dgm:t>
    </dgm:pt>
    <dgm:pt modelId="{B18448D7-8D35-4A3E-863F-34C7D6CE4994}" type="parTrans" cxnId="{FDECA6BD-D6B0-47C1-B659-BCA20EE67EE8}">
      <dgm:prSet custT="1"/>
      <dgm:spPr/>
      <dgm:t>
        <a:bodyPr/>
        <a:lstStyle/>
        <a:p>
          <a:endParaRPr lang="zh-CN" altLang="en-US" sz="1600"/>
        </a:p>
      </dgm:t>
    </dgm:pt>
    <dgm:pt modelId="{4BFCA6C0-B408-4786-BC4A-4D87FC055982}" type="sibTrans" cxnId="{FDECA6BD-D6B0-47C1-B659-BCA20EE67EE8}">
      <dgm:prSet/>
      <dgm:spPr/>
      <dgm:t>
        <a:bodyPr/>
        <a:lstStyle/>
        <a:p>
          <a:endParaRPr lang="zh-CN" altLang="en-US" sz="1600"/>
        </a:p>
      </dgm:t>
    </dgm:pt>
    <dgm:pt modelId="{624FC223-86E3-4B8E-A0D4-DB2EF4BE35B3}">
      <dgm:prSet custT="1"/>
      <dgm:spPr/>
      <dgm:t>
        <a:bodyPr/>
        <a:lstStyle/>
        <a:p>
          <a:r>
            <a:rPr lang="zh-CN" altLang="en-US" sz="1600" dirty="0">
              <a:latin typeface="微软雅黑" panose="020B0503020204020204" pitchFamily="34" charset="-122"/>
              <a:ea typeface="微软雅黑" panose="020B0503020204020204" pitchFamily="34" charset="-122"/>
            </a:rPr>
            <a:t>采用溶解氢的液固磁稳定床</a:t>
          </a:r>
          <a:endParaRPr lang="zh-CN" altLang="en-US" sz="1600" dirty="0"/>
        </a:p>
      </dgm:t>
    </dgm:pt>
    <dgm:pt modelId="{018FF67D-4478-468B-B6C2-F6A4E61F62F1}" type="parTrans" cxnId="{BA237F9E-20E7-48AE-B8F1-4D92E1EF4BE2}">
      <dgm:prSet custT="1"/>
      <dgm:spPr/>
      <dgm:t>
        <a:bodyPr/>
        <a:lstStyle/>
        <a:p>
          <a:endParaRPr lang="zh-CN" altLang="en-US" sz="1600"/>
        </a:p>
      </dgm:t>
    </dgm:pt>
    <dgm:pt modelId="{CA0BE601-CCDF-4FAE-B305-2B838054F9EA}" type="sibTrans" cxnId="{BA237F9E-20E7-48AE-B8F1-4D92E1EF4BE2}">
      <dgm:prSet/>
      <dgm:spPr/>
      <dgm:t>
        <a:bodyPr/>
        <a:lstStyle/>
        <a:p>
          <a:endParaRPr lang="zh-CN" altLang="en-US" sz="1600"/>
        </a:p>
      </dgm:t>
    </dgm:pt>
    <dgm:pt modelId="{DC9854BA-5062-4DC9-8FFF-20F5717BEA4D}">
      <dgm:prSet custT="1"/>
      <dgm:spPr/>
      <dgm:t>
        <a:bodyPr/>
        <a:lstStyle/>
        <a:p>
          <a:r>
            <a:rPr lang="zh-CN" altLang="en-US" sz="1600">
              <a:latin typeface="微软雅黑" panose="020B0503020204020204" pitchFamily="34" charset="-122"/>
              <a:ea typeface="微软雅黑" panose="020B0503020204020204" pitchFamily="34" charset="-122"/>
            </a:rPr>
            <a:t>搅拌釜与液固磁稳定床串联</a:t>
          </a:r>
          <a:endParaRPr lang="zh-CN" altLang="en-US" sz="1600"/>
        </a:p>
      </dgm:t>
    </dgm:pt>
    <dgm:pt modelId="{FEC17448-7DFA-4544-91C7-60EC70DAB652}" type="parTrans" cxnId="{39B5CECE-5869-42F9-88A5-DFA42FC879C7}">
      <dgm:prSet custT="1"/>
      <dgm:spPr/>
      <dgm:t>
        <a:bodyPr/>
        <a:lstStyle/>
        <a:p>
          <a:endParaRPr lang="zh-CN" altLang="en-US" sz="1600"/>
        </a:p>
      </dgm:t>
    </dgm:pt>
    <dgm:pt modelId="{3554EC9D-80D5-424B-A6D3-97DD644B0E4D}" type="sibTrans" cxnId="{39B5CECE-5869-42F9-88A5-DFA42FC879C7}">
      <dgm:prSet/>
      <dgm:spPr/>
      <dgm:t>
        <a:bodyPr/>
        <a:lstStyle/>
        <a:p>
          <a:endParaRPr lang="zh-CN" altLang="en-US" sz="1600"/>
        </a:p>
      </dgm:t>
    </dgm:pt>
    <dgm:pt modelId="{B4A1A3B2-1E53-4AD3-B9A9-398B50F4B266}" type="pres">
      <dgm:prSet presAssocID="{CFF2F459-0B0E-4EBD-8E30-D84467F228AA}" presName="diagram" presStyleCnt="0">
        <dgm:presLayoutVars>
          <dgm:chPref val="1"/>
          <dgm:dir/>
          <dgm:animOne val="branch"/>
          <dgm:animLvl val="lvl"/>
          <dgm:resizeHandles val="exact"/>
        </dgm:presLayoutVars>
      </dgm:prSet>
      <dgm:spPr/>
    </dgm:pt>
    <dgm:pt modelId="{DC1931F0-1D1F-42B7-8D84-DA073D012BAC}" type="pres">
      <dgm:prSet presAssocID="{B23CAF52-1B20-436A-9B55-2E665C010D16}" presName="root1" presStyleCnt="0"/>
      <dgm:spPr/>
    </dgm:pt>
    <dgm:pt modelId="{14F4F89B-135B-4B94-83DB-A7152708AA0B}" type="pres">
      <dgm:prSet presAssocID="{B23CAF52-1B20-436A-9B55-2E665C010D16}" presName="LevelOneTextNode" presStyleLbl="node0" presStyleIdx="0" presStyleCnt="1">
        <dgm:presLayoutVars>
          <dgm:chPref val="3"/>
        </dgm:presLayoutVars>
      </dgm:prSet>
      <dgm:spPr/>
    </dgm:pt>
    <dgm:pt modelId="{33102684-753A-475F-90F1-86F394F56693}" type="pres">
      <dgm:prSet presAssocID="{B23CAF52-1B20-436A-9B55-2E665C010D16}" presName="level2hierChild" presStyleCnt="0"/>
      <dgm:spPr/>
    </dgm:pt>
    <dgm:pt modelId="{5BF3C34F-16A8-4FF8-8B24-4B8316C04F08}" type="pres">
      <dgm:prSet presAssocID="{30F8AC07-940C-4C80-848A-8B8E453498F9}" presName="conn2-1" presStyleLbl="parChTrans1D2" presStyleIdx="0" presStyleCnt="3"/>
      <dgm:spPr/>
    </dgm:pt>
    <dgm:pt modelId="{604CF317-089D-4988-9492-31A55E17C9E0}" type="pres">
      <dgm:prSet presAssocID="{30F8AC07-940C-4C80-848A-8B8E453498F9}" presName="connTx" presStyleLbl="parChTrans1D2" presStyleIdx="0" presStyleCnt="3"/>
      <dgm:spPr/>
    </dgm:pt>
    <dgm:pt modelId="{479EA8D7-77E6-4A74-8BDD-15DE4A2F95B2}" type="pres">
      <dgm:prSet presAssocID="{A3193F5D-779E-4AB8-BDA1-5F9542FEF037}" presName="root2" presStyleCnt="0"/>
      <dgm:spPr/>
    </dgm:pt>
    <dgm:pt modelId="{4ADD821C-F29F-4D08-8F9C-471603F78396}" type="pres">
      <dgm:prSet presAssocID="{A3193F5D-779E-4AB8-BDA1-5F9542FEF037}" presName="LevelTwoTextNode" presStyleLbl="node2" presStyleIdx="0" presStyleCnt="3">
        <dgm:presLayoutVars>
          <dgm:chPref val="3"/>
        </dgm:presLayoutVars>
      </dgm:prSet>
      <dgm:spPr/>
    </dgm:pt>
    <dgm:pt modelId="{09200C20-9555-46BF-A18A-BFC232803DD4}" type="pres">
      <dgm:prSet presAssocID="{A3193F5D-779E-4AB8-BDA1-5F9542FEF037}" presName="level3hierChild" presStyleCnt="0"/>
      <dgm:spPr/>
    </dgm:pt>
    <dgm:pt modelId="{40BF974E-AE35-4091-B33B-D7E3E8ECFD96}" type="pres">
      <dgm:prSet presAssocID="{FCF21AD7-E9E4-4563-B8B5-4ADD12904CFE}" presName="conn2-1" presStyleLbl="parChTrans1D2" presStyleIdx="1" presStyleCnt="3"/>
      <dgm:spPr/>
    </dgm:pt>
    <dgm:pt modelId="{446F407C-9754-43FE-8788-E332FAC2632E}" type="pres">
      <dgm:prSet presAssocID="{FCF21AD7-E9E4-4563-B8B5-4ADD12904CFE}" presName="connTx" presStyleLbl="parChTrans1D2" presStyleIdx="1" presStyleCnt="3"/>
      <dgm:spPr/>
    </dgm:pt>
    <dgm:pt modelId="{E9399D2E-F541-4E1F-AC9F-1A4F596EA74B}" type="pres">
      <dgm:prSet presAssocID="{6BC23F1F-1168-4F0D-A583-93A8008CE6E7}" presName="root2" presStyleCnt="0"/>
      <dgm:spPr/>
    </dgm:pt>
    <dgm:pt modelId="{0CCFAE6B-C1C4-4BA0-B08B-1F7C82EB538F}" type="pres">
      <dgm:prSet presAssocID="{6BC23F1F-1168-4F0D-A583-93A8008CE6E7}" presName="LevelTwoTextNode" presStyleLbl="node2" presStyleIdx="1" presStyleCnt="3">
        <dgm:presLayoutVars>
          <dgm:chPref val="3"/>
        </dgm:presLayoutVars>
      </dgm:prSet>
      <dgm:spPr/>
    </dgm:pt>
    <dgm:pt modelId="{417619D9-511E-4572-A032-2D3014936260}" type="pres">
      <dgm:prSet presAssocID="{6BC23F1F-1168-4F0D-A583-93A8008CE6E7}" presName="level3hierChild" presStyleCnt="0"/>
      <dgm:spPr/>
    </dgm:pt>
    <dgm:pt modelId="{CBE4B1B9-8F3D-4B57-BA6D-723A7496F0A3}" type="pres">
      <dgm:prSet presAssocID="{FEC17448-7DFA-4544-91C7-60EC70DAB652}" presName="conn2-1" presStyleLbl="parChTrans1D3" presStyleIdx="0" presStyleCnt="3"/>
      <dgm:spPr/>
    </dgm:pt>
    <dgm:pt modelId="{05E500C6-315B-44A6-9B1C-03DEF0F15AB4}" type="pres">
      <dgm:prSet presAssocID="{FEC17448-7DFA-4544-91C7-60EC70DAB652}" presName="connTx" presStyleLbl="parChTrans1D3" presStyleIdx="0" presStyleCnt="3"/>
      <dgm:spPr/>
    </dgm:pt>
    <dgm:pt modelId="{449D9562-5ADA-4438-AC09-9107E7C5E862}" type="pres">
      <dgm:prSet presAssocID="{DC9854BA-5062-4DC9-8FFF-20F5717BEA4D}" presName="root2" presStyleCnt="0"/>
      <dgm:spPr/>
    </dgm:pt>
    <dgm:pt modelId="{FA5C22E5-9197-441D-ADDE-A67935999034}" type="pres">
      <dgm:prSet presAssocID="{DC9854BA-5062-4DC9-8FFF-20F5717BEA4D}" presName="LevelTwoTextNode" presStyleLbl="node3" presStyleIdx="0" presStyleCnt="3">
        <dgm:presLayoutVars>
          <dgm:chPref val="3"/>
        </dgm:presLayoutVars>
      </dgm:prSet>
      <dgm:spPr/>
    </dgm:pt>
    <dgm:pt modelId="{C4B18476-E4FC-43CE-9883-602C81FE93FE}" type="pres">
      <dgm:prSet presAssocID="{DC9854BA-5062-4DC9-8FFF-20F5717BEA4D}" presName="level3hierChild" presStyleCnt="0"/>
      <dgm:spPr/>
    </dgm:pt>
    <dgm:pt modelId="{2D24591C-90F5-499E-A6C8-1EFFA49AF517}" type="pres">
      <dgm:prSet presAssocID="{018FF67D-4478-468B-B6C2-F6A4E61F62F1}" presName="conn2-1" presStyleLbl="parChTrans1D3" presStyleIdx="1" presStyleCnt="3"/>
      <dgm:spPr/>
    </dgm:pt>
    <dgm:pt modelId="{13B36FFD-B9A9-44EB-B46A-F0A678244FC0}" type="pres">
      <dgm:prSet presAssocID="{018FF67D-4478-468B-B6C2-F6A4E61F62F1}" presName="connTx" presStyleLbl="parChTrans1D3" presStyleIdx="1" presStyleCnt="3"/>
      <dgm:spPr/>
    </dgm:pt>
    <dgm:pt modelId="{898ADAEF-6DFE-47AB-A48B-6842C90CC6D6}" type="pres">
      <dgm:prSet presAssocID="{624FC223-86E3-4B8E-A0D4-DB2EF4BE35B3}" presName="root2" presStyleCnt="0"/>
      <dgm:spPr/>
    </dgm:pt>
    <dgm:pt modelId="{9BD6FEA4-7275-46C3-A317-6A7B3396E408}" type="pres">
      <dgm:prSet presAssocID="{624FC223-86E3-4B8E-A0D4-DB2EF4BE35B3}" presName="LevelTwoTextNode" presStyleLbl="node3" presStyleIdx="1" presStyleCnt="3">
        <dgm:presLayoutVars>
          <dgm:chPref val="3"/>
        </dgm:presLayoutVars>
      </dgm:prSet>
      <dgm:spPr/>
    </dgm:pt>
    <dgm:pt modelId="{30E8D1ED-EB55-4AB7-8387-91367118B1FE}" type="pres">
      <dgm:prSet presAssocID="{624FC223-86E3-4B8E-A0D4-DB2EF4BE35B3}" presName="level3hierChild" presStyleCnt="0"/>
      <dgm:spPr/>
    </dgm:pt>
    <dgm:pt modelId="{E0650975-74B2-4055-9043-1186247C3301}" type="pres">
      <dgm:prSet presAssocID="{B18448D7-8D35-4A3E-863F-34C7D6CE4994}" presName="conn2-1" presStyleLbl="parChTrans1D3" presStyleIdx="2" presStyleCnt="3"/>
      <dgm:spPr/>
    </dgm:pt>
    <dgm:pt modelId="{7AA86B6E-79CD-4A35-A20E-1C83CBF9474D}" type="pres">
      <dgm:prSet presAssocID="{B18448D7-8D35-4A3E-863F-34C7D6CE4994}" presName="connTx" presStyleLbl="parChTrans1D3" presStyleIdx="2" presStyleCnt="3"/>
      <dgm:spPr/>
    </dgm:pt>
    <dgm:pt modelId="{E128D105-C62A-4BC9-8240-2585F5E03410}" type="pres">
      <dgm:prSet presAssocID="{49BC4216-56F1-4D3D-92D8-FC8AEDBA9FD6}" presName="root2" presStyleCnt="0"/>
      <dgm:spPr/>
    </dgm:pt>
    <dgm:pt modelId="{B065EDBA-88A3-4DDA-94DA-82C578E7451E}" type="pres">
      <dgm:prSet presAssocID="{49BC4216-56F1-4D3D-92D8-FC8AEDBA9FD6}" presName="LevelTwoTextNode" presStyleLbl="node3" presStyleIdx="2" presStyleCnt="3">
        <dgm:presLayoutVars>
          <dgm:chPref val="3"/>
        </dgm:presLayoutVars>
      </dgm:prSet>
      <dgm:spPr/>
    </dgm:pt>
    <dgm:pt modelId="{937CBED3-848E-4C9F-8354-96607EB44D17}" type="pres">
      <dgm:prSet presAssocID="{49BC4216-56F1-4D3D-92D8-FC8AEDBA9FD6}" presName="level3hierChild" presStyleCnt="0"/>
      <dgm:spPr/>
    </dgm:pt>
    <dgm:pt modelId="{6B304FAC-55D6-4CFB-ABA7-C824FC42008B}" type="pres">
      <dgm:prSet presAssocID="{88CBE0A6-1D30-4D68-92A4-1F9317289BC8}" presName="conn2-1" presStyleLbl="parChTrans1D2" presStyleIdx="2" presStyleCnt="3"/>
      <dgm:spPr/>
    </dgm:pt>
    <dgm:pt modelId="{DEFDD013-73D2-46A7-B1A0-C297A8D0CB6F}" type="pres">
      <dgm:prSet presAssocID="{88CBE0A6-1D30-4D68-92A4-1F9317289BC8}" presName="connTx" presStyleLbl="parChTrans1D2" presStyleIdx="2" presStyleCnt="3"/>
      <dgm:spPr/>
    </dgm:pt>
    <dgm:pt modelId="{F83914FC-88BD-4FF2-944E-2D48DC9C6987}" type="pres">
      <dgm:prSet presAssocID="{F2231C77-E3A2-4A8A-BA7E-F247890E97BA}" presName="root2" presStyleCnt="0"/>
      <dgm:spPr/>
    </dgm:pt>
    <dgm:pt modelId="{96F5D403-40E8-4C7E-9931-EE3165E41F9F}" type="pres">
      <dgm:prSet presAssocID="{F2231C77-E3A2-4A8A-BA7E-F247890E97BA}" presName="LevelTwoTextNode" presStyleLbl="node2" presStyleIdx="2" presStyleCnt="3" custLinFactNeighborX="-102" custLinFactNeighborY="9348">
        <dgm:presLayoutVars>
          <dgm:chPref val="3"/>
        </dgm:presLayoutVars>
      </dgm:prSet>
      <dgm:spPr/>
    </dgm:pt>
    <dgm:pt modelId="{7E5C15D3-81D3-47A8-8CA6-5479254B45D6}" type="pres">
      <dgm:prSet presAssocID="{F2231C77-E3A2-4A8A-BA7E-F247890E97BA}" presName="level3hierChild" presStyleCnt="0"/>
      <dgm:spPr/>
    </dgm:pt>
  </dgm:ptLst>
  <dgm:cxnLst>
    <dgm:cxn modelId="{5A751F26-A809-4A58-AE37-AB556DD5EF89}" type="presOf" srcId="{B18448D7-8D35-4A3E-863F-34C7D6CE4994}" destId="{7AA86B6E-79CD-4A35-A20E-1C83CBF9474D}" srcOrd="1" destOrd="0" presId="urn:microsoft.com/office/officeart/2005/8/layout/hierarchy2"/>
    <dgm:cxn modelId="{42F90A3B-F5F8-4AFC-9D4A-7D335FDDCA76}" type="presOf" srcId="{CFF2F459-0B0E-4EBD-8E30-D84467F228AA}" destId="{B4A1A3B2-1E53-4AD3-B9A9-398B50F4B266}" srcOrd="0" destOrd="0" presId="urn:microsoft.com/office/officeart/2005/8/layout/hierarchy2"/>
    <dgm:cxn modelId="{0A4DFA63-E53A-4197-B122-C818D4A4A37A}" type="presOf" srcId="{F2231C77-E3A2-4A8A-BA7E-F247890E97BA}" destId="{96F5D403-40E8-4C7E-9931-EE3165E41F9F}" srcOrd="0" destOrd="0" presId="urn:microsoft.com/office/officeart/2005/8/layout/hierarchy2"/>
    <dgm:cxn modelId="{0A6A1244-E922-471B-81AE-087C6E0C49FA}" srcId="{B23CAF52-1B20-436A-9B55-2E665C010D16}" destId="{A3193F5D-779E-4AB8-BDA1-5F9542FEF037}" srcOrd="0" destOrd="0" parTransId="{30F8AC07-940C-4C80-848A-8B8E453498F9}" sibTransId="{4D768445-A425-47E5-B279-D1E445A6AB77}"/>
    <dgm:cxn modelId="{F7225B4E-7704-4EC2-93BB-CE2F8C177BC2}" type="presOf" srcId="{49BC4216-56F1-4D3D-92D8-FC8AEDBA9FD6}" destId="{B065EDBA-88A3-4DDA-94DA-82C578E7451E}" srcOrd="0" destOrd="0" presId="urn:microsoft.com/office/officeart/2005/8/layout/hierarchy2"/>
    <dgm:cxn modelId="{18A9504E-D5DD-4CD9-9668-EA6312C7C030}" type="presOf" srcId="{B23CAF52-1B20-436A-9B55-2E665C010D16}" destId="{14F4F89B-135B-4B94-83DB-A7152708AA0B}" srcOrd="0" destOrd="0" presId="urn:microsoft.com/office/officeart/2005/8/layout/hierarchy2"/>
    <dgm:cxn modelId="{079CEE6E-EC5A-4415-A110-60F0402A902C}" srcId="{B23CAF52-1B20-436A-9B55-2E665C010D16}" destId="{6BC23F1F-1168-4F0D-A583-93A8008CE6E7}" srcOrd="1" destOrd="0" parTransId="{FCF21AD7-E9E4-4563-B8B5-4ADD12904CFE}" sibTransId="{D164BA64-BA07-4E3B-B8CF-2F06DC56E8BC}"/>
    <dgm:cxn modelId="{2A713170-8413-4E7D-8606-E03A5B013625}" type="presOf" srcId="{88CBE0A6-1D30-4D68-92A4-1F9317289BC8}" destId="{DEFDD013-73D2-46A7-B1A0-C297A8D0CB6F}" srcOrd="1" destOrd="0" presId="urn:microsoft.com/office/officeart/2005/8/layout/hierarchy2"/>
    <dgm:cxn modelId="{5AA03657-E468-46A4-964F-6D466FCB93E8}" type="presOf" srcId="{FEC17448-7DFA-4544-91C7-60EC70DAB652}" destId="{CBE4B1B9-8F3D-4B57-BA6D-723A7496F0A3}" srcOrd="0" destOrd="0" presId="urn:microsoft.com/office/officeart/2005/8/layout/hierarchy2"/>
    <dgm:cxn modelId="{CDFB9E79-0BF6-4B8D-9F97-0A0A2EF2C18A}" type="presOf" srcId="{30F8AC07-940C-4C80-848A-8B8E453498F9}" destId="{604CF317-089D-4988-9492-31A55E17C9E0}" srcOrd="1" destOrd="0" presId="urn:microsoft.com/office/officeart/2005/8/layout/hierarchy2"/>
    <dgm:cxn modelId="{0BFED37C-CA97-4D71-B35D-554572B032B5}" type="presOf" srcId="{30F8AC07-940C-4C80-848A-8B8E453498F9}" destId="{5BF3C34F-16A8-4FF8-8B24-4B8316C04F08}" srcOrd="0" destOrd="0" presId="urn:microsoft.com/office/officeart/2005/8/layout/hierarchy2"/>
    <dgm:cxn modelId="{998D228A-9637-4771-A8F8-0FE0260921B7}" srcId="{B23CAF52-1B20-436A-9B55-2E665C010D16}" destId="{F2231C77-E3A2-4A8A-BA7E-F247890E97BA}" srcOrd="2" destOrd="0" parTransId="{88CBE0A6-1D30-4D68-92A4-1F9317289BC8}" sibTransId="{8D8E1045-6942-45CA-93B7-CD63BFF64AC3}"/>
    <dgm:cxn modelId="{83806197-CCDB-4B94-B6C0-D04F8DFA7CE1}" type="presOf" srcId="{FEC17448-7DFA-4544-91C7-60EC70DAB652}" destId="{05E500C6-315B-44A6-9B1C-03DEF0F15AB4}" srcOrd="1" destOrd="0" presId="urn:microsoft.com/office/officeart/2005/8/layout/hierarchy2"/>
    <dgm:cxn modelId="{D015FE9C-A02C-41D7-9BE5-1B89C443A8F7}" type="presOf" srcId="{B18448D7-8D35-4A3E-863F-34C7D6CE4994}" destId="{E0650975-74B2-4055-9043-1186247C3301}" srcOrd="0" destOrd="0" presId="urn:microsoft.com/office/officeart/2005/8/layout/hierarchy2"/>
    <dgm:cxn modelId="{BA237F9E-20E7-48AE-B8F1-4D92E1EF4BE2}" srcId="{6BC23F1F-1168-4F0D-A583-93A8008CE6E7}" destId="{624FC223-86E3-4B8E-A0D4-DB2EF4BE35B3}" srcOrd="1" destOrd="0" parTransId="{018FF67D-4478-468B-B6C2-F6A4E61F62F1}" sibTransId="{CA0BE601-CCDF-4FAE-B305-2B838054F9EA}"/>
    <dgm:cxn modelId="{4220D9A6-A939-47E4-9E02-52248F40697C}" type="presOf" srcId="{88CBE0A6-1D30-4D68-92A4-1F9317289BC8}" destId="{6B304FAC-55D6-4CFB-ABA7-C824FC42008B}" srcOrd="0" destOrd="0" presId="urn:microsoft.com/office/officeart/2005/8/layout/hierarchy2"/>
    <dgm:cxn modelId="{0FBAEFA6-C7D1-4067-838C-FBFF807C67E8}" type="presOf" srcId="{FCF21AD7-E9E4-4563-B8B5-4ADD12904CFE}" destId="{40BF974E-AE35-4091-B33B-D7E3E8ECFD96}" srcOrd="0" destOrd="0" presId="urn:microsoft.com/office/officeart/2005/8/layout/hierarchy2"/>
    <dgm:cxn modelId="{649958A9-C903-415B-9AE7-3F6837C35DC6}" type="presOf" srcId="{FCF21AD7-E9E4-4563-B8B5-4ADD12904CFE}" destId="{446F407C-9754-43FE-8788-E332FAC2632E}" srcOrd="1" destOrd="0" presId="urn:microsoft.com/office/officeart/2005/8/layout/hierarchy2"/>
    <dgm:cxn modelId="{92443CAA-465F-462C-87DE-CA0B56ABA55A}" type="presOf" srcId="{6BC23F1F-1168-4F0D-A583-93A8008CE6E7}" destId="{0CCFAE6B-C1C4-4BA0-B08B-1F7C82EB538F}" srcOrd="0" destOrd="0" presId="urn:microsoft.com/office/officeart/2005/8/layout/hierarchy2"/>
    <dgm:cxn modelId="{FDECA6BD-D6B0-47C1-B659-BCA20EE67EE8}" srcId="{6BC23F1F-1168-4F0D-A583-93A8008CE6E7}" destId="{49BC4216-56F1-4D3D-92D8-FC8AEDBA9FD6}" srcOrd="2" destOrd="0" parTransId="{B18448D7-8D35-4A3E-863F-34C7D6CE4994}" sibTransId="{4BFCA6C0-B408-4786-BC4A-4D87FC055982}"/>
    <dgm:cxn modelId="{829F2FC3-2070-4333-AC8A-155634C1BD19}" type="presOf" srcId="{018FF67D-4478-468B-B6C2-F6A4E61F62F1}" destId="{13B36FFD-B9A9-44EB-B46A-F0A678244FC0}" srcOrd="1" destOrd="0" presId="urn:microsoft.com/office/officeart/2005/8/layout/hierarchy2"/>
    <dgm:cxn modelId="{39B5CECE-5869-42F9-88A5-DFA42FC879C7}" srcId="{6BC23F1F-1168-4F0D-A583-93A8008CE6E7}" destId="{DC9854BA-5062-4DC9-8FFF-20F5717BEA4D}" srcOrd="0" destOrd="0" parTransId="{FEC17448-7DFA-4544-91C7-60EC70DAB652}" sibTransId="{3554EC9D-80D5-424B-A6D3-97DD644B0E4D}"/>
    <dgm:cxn modelId="{7DDDB8E3-A862-4B83-8EFD-FD6E67ACA839}" srcId="{CFF2F459-0B0E-4EBD-8E30-D84467F228AA}" destId="{B23CAF52-1B20-436A-9B55-2E665C010D16}" srcOrd="0" destOrd="0" parTransId="{19AE2CED-1DBD-4CE1-ADF5-78C21815E708}" sibTransId="{0C7E60E6-FEF2-4982-ABA2-2CBE0F627308}"/>
    <dgm:cxn modelId="{223E0BE8-201C-47CD-8454-DE4B3755D129}" type="presOf" srcId="{DC9854BA-5062-4DC9-8FFF-20F5717BEA4D}" destId="{FA5C22E5-9197-441D-ADDE-A67935999034}" srcOrd="0" destOrd="0" presId="urn:microsoft.com/office/officeart/2005/8/layout/hierarchy2"/>
    <dgm:cxn modelId="{6B8BF1F0-E672-4995-B108-712A5F2EE78C}" type="presOf" srcId="{018FF67D-4478-468B-B6C2-F6A4E61F62F1}" destId="{2D24591C-90F5-499E-A6C8-1EFFA49AF517}" srcOrd="0" destOrd="0" presId="urn:microsoft.com/office/officeart/2005/8/layout/hierarchy2"/>
    <dgm:cxn modelId="{DBC998F2-CDEA-49CC-8BCA-3027FBDF9E43}" type="presOf" srcId="{624FC223-86E3-4B8E-A0D4-DB2EF4BE35B3}" destId="{9BD6FEA4-7275-46C3-A317-6A7B3396E408}" srcOrd="0" destOrd="0" presId="urn:microsoft.com/office/officeart/2005/8/layout/hierarchy2"/>
    <dgm:cxn modelId="{DC7FD8FD-5135-4A6E-946E-4D38A6E41082}" type="presOf" srcId="{A3193F5D-779E-4AB8-BDA1-5F9542FEF037}" destId="{4ADD821C-F29F-4D08-8F9C-471603F78396}" srcOrd="0" destOrd="0" presId="urn:microsoft.com/office/officeart/2005/8/layout/hierarchy2"/>
    <dgm:cxn modelId="{42734955-EA23-4025-BBBA-E97EC2366787}" type="presParOf" srcId="{B4A1A3B2-1E53-4AD3-B9A9-398B50F4B266}" destId="{DC1931F0-1D1F-42B7-8D84-DA073D012BAC}" srcOrd="0" destOrd="0" presId="urn:microsoft.com/office/officeart/2005/8/layout/hierarchy2"/>
    <dgm:cxn modelId="{70DDF13C-7130-4BC7-8173-59F9C2D8790C}" type="presParOf" srcId="{DC1931F0-1D1F-42B7-8D84-DA073D012BAC}" destId="{14F4F89B-135B-4B94-83DB-A7152708AA0B}" srcOrd="0" destOrd="0" presId="urn:microsoft.com/office/officeart/2005/8/layout/hierarchy2"/>
    <dgm:cxn modelId="{131101A8-063D-4967-BAB2-FDE54838353A}" type="presParOf" srcId="{DC1931F0-1D1F-42B7-8D84-DA073D012BAC}" destId="{33102684-753A-475F-90F1-86F394F56693}" srcOrd="1" destOrd="0" presId="urn:microsoft.com/office/officeart/2005/8/layout/hierarchy2"/>
    <dgm:cxn modelId="{7F51DAF3-6032-4B46-A944-41E703B2F0F4}" type="presParOf" srcId="{33102684-753A-475F-90F1-86F394F56693}" destId="{5BF3C34F-16A8-4FF8-8B24-4B8316C04F08}" srcOrd="0" destOrd="0" presId="urn:microsoft.com/office/officeart/2005/8/layout/hierarchy2"/>
    <dgm:cxn modelId="{9E4AE494-A39A-47EB-A4C3-1ABABEF7AE5F}" type="presParOf" srcId="{5BF3C34F-16A8-4FF8-8B24-4B8316C04F08}" destId="{604CF317-089D-4988-9492-31A55E17C9E0}" srcOrd="0" destOrd="0" presId="urn:microsoft.com/office/officeart/2005/8/layout/hierarchy2"/>
    <dgm:cxn modelId="{E6C7AD06-0ECD-4246-B62B-915F74A181AC}" type="presParOf" srcId="{33102684-753A-475F-90F1-86F394F56693}" destId="{479EA8D7-77E6-4A74-8BDD-15DE4A2F95B2}" srcOrd="1" destOrd="0" presId="urn:microsoft.com/office/officeart/2005/8/layout/hierarchy2"/>
    <dgm:cxn modelId="{2A652A09-F0E9-4DF1-BBF8-534161FED9A2}" type="presParOf" srcId="{479EA8D7-77E6-4A74-8BDD-15DE4A2F95B2}" destId="{4ADD821C-F29F-4D08-8F9C-471603F78396}" srcOrd="0" destOrd="0" presId="urn:microsoft.com/office/officeart/2005/8/layout/hierarchy2"/>
    <dgm:cxn modelId="{77C20741-CB84-4AE3-88F8-0D9873A2AAAD}" type="presParOf" srcId="{479EA8D7-77E6-4A74-8BDD-15DE4A2F95B2}" destId="{09200C20-9555-46BF-A18A-BFC232803DD4}" srcOrd="1" destOrd="0" presId="urn:microsoft.com/office/officeart/2005/8/layout/hierarchy2"/>
    <dgm:cxn modelId="{8365D06F-FEFE-4808-BDAD-5D0588429884}" type="presParOf" srcId="{33102684-753A-475F-90F1-86F394F56693}" destId="{40BF974E-AE35-4091-B33B-D7E3E8ECFD96}" srcOrd="2" destOrd="0" presId="urn:microsoft.com/office/officeart/2005/8/layout/hierarchy2"/>
    <dgm:cxn modelId="{1A4AF7A7-2CEA-4537-A1D1-FBB77F8A825E}" type="presParOf" srcId="{40BF974E-AE35-4091-B33B-D7E3E8ECFD96}" destId="{446F407C-9754-43FE-8788-E332FAC2632E}" srcOrd="0" destOrd="0" presId="urn:microsoft.com/office/officeart/2005/8/layout/hierarchy2"/>
    <dgm:cxn modelId="{44AC1A00-285F-4A09-8158-29FA1B9E758D}" type="presParOf" srcId="{33102684-753A-475F-90F1-86F394F56693}" destId="{E9399D2E-F541-4E1F-AC9F-1A4F596EA74B}" srcOrd="3" destOrd="0" presId="urn:microsoft.com/office/officeart/2005/8/layout/hierarchy2"/>
    <dgm:cxn modelId="{F2DACA9C-304F-41EC-9230-26D66CDAA4C1}" type="presParOf" srcId="{E9399D2E-F541-4E1F-AC9F-1A4F596EA74B}" destId="{0CCFAE6B-C1C4-4BA0-B08B-1F7C82EB538F}" srcOrd="0" destOrd="0" presId="urn:microsoft.com/office/officeart/2005/8/layout/hierarchy2"/>
    <dgm:cxn modelId="{22DA5947-43E6-41AF-A542-DCF1FC02A35C}" type="presParOf" srcId="{E9399D2E-F541-4E1F-AC9F-1A4F596EA74B}" destId="{417619D9-511E-4572-A032-2D3014936260}" srcOrd="1" destOrd="0" presId="urn:microsoft.com/office/officeart/2005/8/layout/hierarchy2"/>
    <dgm:cxn modelId="{1A95745F-77F7-40F6-B918-B7367D53FEA0}" type="presParOf" srcId="{417619D9-511E-4572-A032-2D3014936260}" destId="{CBE4B1B9-8F3D-4B57-BA6D-723A7496F0A3}" srcOrd="0" destOrd="0" presId="urn:microsoft.com/office/officeart/2005/8/layout/hierarchy2"/>
    <dgm:cxn modelId="{EE88FA43-2F81-4DEA-8F58-E945894C1478}" type="presParOf" srcId="{CBE4B1B9-8F3D-4B57-BA6D-723A7496F0A3}" destId="{05E500C6-315B-44A6-9B1C-03DEF0F15AB4}" srcOrd="0" destOrd="0" presId="urn:microsoft.com/office/officeart/2005/8/layout/hierarchy2"/>
    <dgm:cxn modelId="{1CB72EB6-AF31-40C0-958C-E88A8A67F8E1}" type="presParOf" srcId="{417619D9-511E-4572-A032-2D3014936260}" destId="{449D9562-5ADA-4438-AC09-9107E7C5E862}" srcOrd="1" destOrd="0" presId="urn:microsoft.com/office/officeart/2005/8/layout/hierarchy2"/>
    <dgm:cxn modelId="{64D08FD8-5CCA-4BFC-A4C4-1FC404AFF266}" type="presParOf" srcId="{449D9562-5ADA-4438-AC09-9107E7C5E862}" destId="{FA5C22E5-9197-441D-ADDE-A67935999034}" srcOrd="0" destOrd="0" presId="urn:microsoft.com/office/officeart/2005/8/layout/hierarchy2"/>
    <dgm:cxn modelId="{A6AE6514-5065-4456-BD93-EF7E0AA4A5EC}" type="presParOf" srcId="{449D9562-5ADA-4438-AC09-9107E7C5E862}" destId="{C4B18476-E4FC-43CE-9883-602C81FE93FE}" srcOrd="1" destOrd="0" presId="urn:microsoft.com/office/officeart/2005/8/layout/hierarchy2"/>
    <dgm:cxn modelId="{FCDDDDD7-59A1-4EB6-A845-11B3A9052F47}" type="presParOf" srcId="{417619D9-511E-4572-A032-2D3014936260}" destId="{2D24591C-90F5-499E-A6C8-1EFFA49AF517}" srcOrd="2" destOrd="0" presId="urn:microsoft.com/office/officeart/2005/8/layout/hierarchy2"/>
    <dgm:cxn modelId="{926C365A-F042-496C-8055-8AE76E3512CE}" type="presParOf" srcId="{2D24591C-90F5-499E-A6C8-1EFFA49AF517}" destId="{13B36FFD-B9A9-44EB-B46A-F0A678244FC0}" srcOrd="0" destOrd="0" presId="urn:microsoft.com/office/officeart/2005/8/layout/hierarchy2"/>
    <dgm:cxn modelId="{DCF55820-B107-464D-BCC4-793262B7E8AE}" type="presParOf" srcId="{417619D9-511E-4572-A032-2D3014936260}" destId="{898ADAEF-6DFE-47AB-A48B-6842C90CC6D6}" srcOrd="3" destOrd="0" presId="urn:microsoft.com/office/officeart/2005/8/layout/hierarchy2"/>
    <dgm:cxn modelId="{743902CD-C78A-4747-85D8-21F091473660}" type="presParOf" srcId="{898ADAEF-6DFE-47AB-A48B-6842C90CC6D6}" destId="{9BD6FEA4-7275-46C3-A317-6A7B3396E408}" srcOrd="0" destOrd="0" presId="urn:microsoft.com/office/officeart/2005/8/layout/hierarchy2"/>
    <dgm:cxn modelId="{27EE30FD-F20D-4D36-96A3-40619662BB42}" type="presParOf" srcId="{898ADAEF-6DFE-47AB-A48B-6842C90CC6D6}" destId="{30E8D1ED-EB55-4AB7-8387-91367118B1FE}" srcOrd="1" destOrd="0" presId="urn:microsoft.com/office/officeart/2005/8/layout/hierarchy2"/>
    <dgm:cxn modelId="{933DA84F-67A9-4811-A034-65C0A794880B}" type="presParOf" srcId="{417619D9-511E-4572-A032-2D3014936260}" destId="{E0650975-74B2-4055-9043-1186247C3301}" srcOrd="4" destOrd="0" presId="urn:microsoft.com/office/officeart/2005/8/layout/hierarchy2"/>
    <dgm:cxn modelId="{ABB54205-E674-4DC8-AA87-595AA7631A13}" type="presParOf" srcId="{E0650975-74B2-4055-9043-1186247C3301}" destId="{7AA86B6E-79CD-4A35-A20E-1C83CBF9474D}" srcOrd="0" destOrd="0" presId="urn:microsoft.com/office/officeart/2005/8/layout/hierarchy2"/>
    <dgm:cxn modelId="{0B7EF547-A336-405D-B55C-D1706D9901AB}" type="presParOf" srcId="{417619D9-511E-4572-A032-2D3014936260}" destId="{E128D105-C62A-4BC9-8240-2585F5E03410}" srcOrd="5" destOrd="0" presId="urn:microsoft.com/office/officeart/2005/8/layout/hierarchy2"/>
    <dgm:cxn modelId="{2216494A-047F-4EDE-8BD8-73D18B68960A}" type="presParOf" srcId="{E128D105-C62A-4BC9-8240-2585F5E03410}" destId="{B065EDBA-88A3-4DDA-94DA-82C578E7451E}" srcOrd="0" destOrd="0" presId="urn:microsoft.com/office/officeart/2005/8/layout/hierarchy2"/>
    <dgm:cxn modelId="{F02C7FDD-3262-4816-9F73-E4238FF1B82A}" type="presParOf" srcId="{E128D105-C62A-4BC9-8240-2585F5E03410}" destId="{937CBED3-848E-4C9F-8354-96607EB44D17}" srcOrd="1" destOrd="0" presId="urn:microsoft.com/office/officeart/2005/8/layout/hierarchy2"/>
    <dgm:cxn modelId="{9EAFFA84-AD61-40C5-B6AC-B0C624A7EE39}" type="presParOf" srcId="{33102684-753A-475F-90F1-86F394F56693}" destId="{6B304FAC-55D6-4CFB-ABA7-C824FC42008B}" srcOrd="4" destOrd="0" presId="urn:microsoft.com/office/officeart/2005/8/layout/hierarchy2"/>
    <dgm:cxn modelId="{AAA55AA1-C7E9-470E-837E-662550168D64}" type="presParOf" srcId="{6B304FAC-55D6-4CFB-ABA7-C824FC42008B}" destId="{DEFDD013-73D2-46A7-B1A0-C297A8D0CB6F}" srcOrd="0" destOrd="0" presId="urn:microsoft.com/office/officeart/2005/8/layout/hierarchy2"/>
    <dgm:cxn modelId="{A24A4915-DC0D-477B-B951-DC22322544A1}" type="presParOf" srcId="{33102684-753A-475F-90F1-86F394F56693}" destId="{F83914FC-88BD-4FF2-944E-2D48DC9C6987}" srcOrd="5" destOrd="0" presId="urn:microsoft.com/office/officeart/2005/8/layout/hierarchy2"/>
    <dgm:cxn modelId="{D892E80D-8257-49F8-8584-BF19F5821C6F}" type="presParOf" srcId="{F83914FC-88BD-4FF2-944E-2D48DC9C6987}" destId="{96F5D403-40E8-4C7E-9931-EE3165E41F9F}" srcOrd="0" destOrd="0" presId="urn:microsoft.com/office/officeart/2005/8/layout/hierarchy2"/>
    <dgm:cxn modelId="{B7AFE4CB-B99E-4FAA-B681-ACC86BE50DC6}" type="presParOf" srcId="{F83914FC-88BD-4FF2-944E-2D48DC9C6987}" destId="{7E5C15D3-81D3-47A8-8CA6-5479254B45D6}" srcOrd="1" destOrd="0" presId="urn:microsoft.com/office/officeart/2005/8/layout/hierarchy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B08DB7-07AC-4165-93B2-079203298C70}">
      <dsp:nvSpPr>
        <dsp:cNvPr id="0" name=""/>
        <dsp:cNvSpPr/>
      </dsp:nvSpPr>
      <dsp:spPr>
        <a:xfrm>
          <a:off x="4335738" y="858040"/>
          <a:ext cx="2473257" cy="392348"/>
        </a:xfrm>
        <a:custGeom>
          <a:avLst/>
          <a:gdLst/>
          <a:ahLst/>
          <a:cxnLst/>
          <a:rect l="0" t="0" r="0" b="0"/>
          <a:pathLst>
            <a:path>
              <a:moveTo>
                <a:pt x="0" y="0"/>
              </a:moveTo>
              <a:lnTo>
                <a:pt x="0" y="267374"/>
              </a:lnTo>
              <a:lnTo>
                <a:pt x="2473257" y="267374"/>
              </a:lnTo>
              <a:lnTo>
                <a:pt x="2473257" y="39234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1B22CE-80D7-4F4C-B0CF-603BAC344970}">
      <dsp:nvSpPr>
        <dsp:cNvPr id="0" name=""/>
        <dsp:cNvSpPr/>
      </dsp:nvSpPr>
      <dsp:spPr>
        <a:xfrm>
          <a:off x="4335738" y="858040"/>
          <a:ext cx="824419" cy="392348"/>
        </a:xfrm>
        <a:custGeom>
          <a:avLst/>
          <a:gdLst/>
          <a:ahLst/>
          <a:cxnLst/>
          <a:rect l="0" t="0" r="0" b="0"/>
          <a:pathLst>
            <a:path>
              <a:moveTo>
                <a:pt x="0" y="0"/>
              </a:moveTo>
              <a:lnTo>
                <a:pt x="0" y="267374"/>
              </a:lnTo>
              <a:lnTo>
                <a:pt x="824419" y="267374"/>
              </a:lnTo>
              <a:lnTo>
                <a:pt x="824419" y="39234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C8B2B2-0D7C-4A4A-A853-89AC17272185}">
      <dsp:nvSpPr>
        <dsp:cNvPr id="0" name=""/>
        <dsp:cNvSpPr/>
      </dsp:nvSpPr>
      <dsp:spPr>
        <a:xfrm>
          <a:off x="3511319" y="858040"/>
          <a:ext cx="824419" cy="392348"/>
        </a:xfrm>
        <a:custGeom>
          <a:avLst/>
          <a:gdLst/>
          <a:ahLst/>
          <a:cxnLst/>
          <a:rect l="0" t="0" r="0" b="0"/>
          <a:pathLst>
            <a:path>
              <a:moveTo>
                <a:pt x="824419" y="0"/>
              </a:moveTo>
              <a:lnTo>
                <a:pt x="824419" y="267374"/>
              </a:lnTo>
              <a:lnTo>
                <a:pt x="0" y="267374"/>
              </a:lnTo>
              <a:lnTo>
                <a:pt x="0" y="39234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2BFBF5-4C67-432D-86C7-B56C358F8D0E}">
      <dsp:nvSpPr>
        <dsp:cNvPr id="0" name=""/>
        <dsp:cNvSpPr/>
      </dsp:nvSpPr>
      <dsp:spPr>
        <a:xfrm>
          <a:off x="1862480" y="858040"/>
          <a:ext cx="2473257" cy="392348"/>
        </a:xfrm>
        <a:custGeom>
          <a:avLst/>
          <a:gdLst/>
          <a:ahLst/>
          <a:cxnLst/>
          <a:rect l="0" t="0" r="0" b="0"/>
          <a:pathLst>
            <a:path>
              <a:moveTo>
                <a:pt x="2473257" y="0"/>
              </a:moveTo>
              <a:lnTo>
                <a:pt x="2473257" y="267374"/>
              </a:lnTo>
              <a:lnTo>
                <a:pt x="0" y="267374"/>
              </a:lnTo>
              <a:lnTo>
                <a:pt x="0" y="39234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4772C3-9245-43E0-921F-764EAFF5620F}">
      <dsp:nvSpPr>
        <dsp:cNvPr id="0" name=""/>
        <dsp:cNvSpPr/>
      </dsp:nvSpPr>
      <dsp:spPr>
        <a:xfrm>
          <a:off x="3661213" y="1393"/>
          <a:ext cx="1349049" cy="85664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099960-637F-4C5F-9734-CADDBB2DA183}">
      <dsp:nvSpPr>
        <dsp:cNvPr id="0" name=""/>
        <dsp:cNvSpPr/>
      </dsp:nvSpPr>
      <dsp:spPr>
        <a:xfrm>
          <a:off x="3811107" y="143793"/>
          <a:ext cx="1349049" cy="8566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Times New Roman" panose="02020603050405020304" pitchFamily="18" charset="0"/>
              <a:ea typeface="微软雅黑" panose="020B0503020204020204" pitchFamily="34" charset="-122"/>
              <a:cs typeface="Times New Roman" panose="02020603050405020304" pitchFamily="18" charset="0"/>
            </a:rPr>
            <a:t>尼龙</a:t>
          </a:r>
          <a:r>
            <a:rPr lang="en-US" altLang="zh-CN" sz="1600" kern="1200"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600" kern="1200" dirty="0">
            <a:latin typeface="Times New Roman" panose="02020603050405020304" pitchFamily="18" charset="0"/>
            <a:ea typeface="微软雅黑" panose="020B0503020204020204" pitchFamily="34" charset="-122"/>
            <a:cs typeface="Times New Roman" panose="02020603050405020304" pitchFamily="18" charset="0"/>
          </a:endParaRPr>
        </a:p>
      </dsp:txBody>
      <dsp:txXfrm>
        <a:off x="3836197" y="168883"/>
        <a:ext cx="1298869" cy="806466"/>
      </dsp:txXfrm>
    </dsp:sp>
    <dsp:sp modelId="{131DFD64-C53F-4CD8-90F9-B480D613FCDB}">
      <dsp:nvSpPr>
        <dsp:cNvPr id="0" name=""/>
        <dsp:cNvSpPr/>
      </dsp:nvSpPr>
      <dsp:spPr>
        <a:xfrm>
          <a:off x="1187956" y="1250388"/>
          <a:ext cx="1349049" cy="85664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6864A4-A571-4554-BFAF-AA2D9D1EDC97}">
      <dsp:nvSpPr>
        <dsp:cNvPr id="0" name=""/>
        <dsp:cNvSpPr/>
      </dsp:nvSpPr>
      <dsp:spPr>
        <a:xfrm>
          <a:off x="1337850" y="1392788"/>
          <a:ext cx="1349049" cy="8566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Times New Roman" panose="02020603050405020304" pitchFamily="18" charset="0"/>
              <a:ea typeface="微软雅黑" panose="020B0503020204020204" pitchFamily="34" charset="-122"/>
              <a:cs typeface="Times New Roman" panose="02020603050405020304" pitchFamily="18" charset="0"/>
            </a:rPr>
            <a:t>纤维级</a:t>
          </a:r>
        </a:p>
      </dsp:txBody>
      <dsp:txXfrm>
        <a:off x="1362940" y="1417878"/>
        <a:ext cx="1298869" cy="806466"/>
      </dsp:txXfrm>
    </dsp:sp>
    <dsp:sp modelId="{22D53257-C787-4A27-8355-3308C3BB5E8D}">
      <dsp:nvSpPr>
        <dsp:cNvPr id="0" name=""/>
        <dsp:cNvSpPr/>
      </dsp:nvSpPr>
      <dsp:spPr>
        <a:xfrm>
          <a:off x="2836794" y="1250388"/>
          <a:ext cx="1349049" cy="85664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AE5867-9630-43F4-8C73-25270F0A3760}">
      <dsp:nvSpPr>
        <dsp:cNvPr id="0" name=""/>
        <dsp:cNvSpPr/>
      </dsp:nvSpPr>
      <dsp:spPr>
        <a:xfrm>
          <a:off x="2986688" y="1392788"/>
          <a:ext cx="1349049" cy="8566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Times New Roman" panose="02020603050405020304" pitchFamily="18" charset="0"/>
              <a:ea typeface="微软雅黑" panose="020B0503020204020204" pitchFamily="34" charset="-122"/>
              <a:cs typeface="Times New Roman" panose="02020603050405020304" pitchFamily="18" charset="0"/>
            </a:rPr>
            <a:t>工程塑料级</a:t>
          </a:r>
        </a:p>
      </dsp:txBody>
      <dsp:txXfrm>
        <a:off x="3011778" y="1417878"/>
        <a:ext cx="1298869" cy="806466"/>
      </dsp:txXfrm>
    </dsp:sp>
    <dsp:sp modelId="{4497251C-5DB1-45C0-BC83-333D25129DBB}">
      <dsp:nvSpPr>
        <dsp:cNvPr id="0" name=""/>
        <dsp:cNvSpPr/>
      </dsp:nvSpPr>
      <dsp:spPr>
        <a:xfrm>
          <a:off x="4485632" y="1250388"/>
          <a:ext cx="1349049" cy="85664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ACA82E-5CE8-4D32-8833-0486E2895EFF}">
      <dsp:nvSpPr>
        <dsp:cNvPr id="0" name=""/>
        <dsp:cNvSpPr/>
      </dsp:nvSpPr>
      <dsp:spPr>
        <a:xfrm>
          <a:off x="4635527" y="1392788"/>
          <a:ext cx="1349049" cy="8566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Times New Roman" panose="02020603050405020304" pitchFamily="18" charset="0"/>
              <a:ea typeface="微软雅黑" panose="020B0503020204020204" pitchFamily="34" charset="-122"/>
              <a:cs typeface="Times New Roman" panose="02020603050405020304" pitchFamily="18" charset="0"/>
            </a:rPr>
            <a:t>拉膜级切片</a:t>
          </a:r>
        </a:p>
      </dsp:txBody>
      <dsp:txXfrm>
        <a:off x="4660617" y="1417878"/>
        <a:ext cx="1298869" cy="806466"/>
      </dsp:txXfrm>
    </dsp:sp>
    <dsp:sp modelId="{9752C93B-9FD4-4881-A205-C743ACFCABA2}">
      <dsp:nvSpPr>
        <dsp:cNvPr id="0" name=""/>
        <dsp:cNvSpPr/>
      </dsp:nvSpPr>
      <dsp:spPr>
        <a:xfrm>
          <a:off x="6134470" y="1250388"/>
          <a:ext cx="1349049" cy="85664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4DE64C-48BC-4254-A849-4B07C94180AC}">
      <dsp:nvSpPr>
        <dsp:cNvPr id="0" name=""/>
        <dsp:cNvSpPr/>
      </dsp:nvSpPr>
      <dsp:spPr>
        <a:xfrm>
          <a:off x="6284365" y="1392788"/>
          <a:ext cx="1349049" cy="856646"/>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Times New Roman" panose="02020603050405020304" pitchFamily="18" charset="0"/>
              <a:ea typeface="微软雅黑" panose="020B0503020204020204" pitchFamily="34" charset="-122"/>
              <a:cs typeface="Times New Roman" panose="02020603050405020304" pitchFamily="18" charset="0"/>
            </a:rPr>
            <a:t>尼龙复合材料</a:t>
          </a:r>
        </a:p>
      </dsp:txBody>
      <dsp:txXfrm>
        <a:off x="6309455" y="1417878"/>
        <a:ext cx="1298869" cy="8064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3D0F00-4569-43C4-9C96-66774C456D76}">
      <dsp:nvSpPr>
        <dsp:cNvPr id="0" name=""/>
        <dsp:cNvSpPr/>
      </dsp:nvSpPr>
      <dsp:spPr>
        <a:xfrm>
          <a:off x="1681086" y="0"/>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尼龙</a:t>
          </a:r>
          <a:r>
            <a:rPr lang="en-US" altLang="zh-CN" sz="900" b="1" kern="1200" dirty="0">
              <a:latin typeface="微软雅黑" panose="020B0503020204020204" pitchFamily="34" charset="-122"/>
              <a:ea typeface="微软雅黑" panose="020B0503020204020204" pitchFamily="34" charset="-122"/>
            </a:rPr>
            <a:t>6</a:t>
          </a:r>
          <a:r>
            <a:rPr lang="zh-CN" altLang="en-US" sz="900" b="1" kern="1200" dirty="0">
              <a:latin typeface="微软雅黑" panose="020B0503020204020204" pitchFamily="34" charset="-122"/>
              <a:ea typeface="微软雅黑" panose="020B0503020204020204" pitchFamily="34" charset="-122"/>
            </a:rPr>
            <a:t>回收方法</a:t>
          </a:r>
        </a:p>
      </dsp:txBody>
      <dsp:txXfrm>
        <a:off x="1692292" y="11206"/>
        <a:ext cx="551474" cy="360178"/>
      </dsp:txXfrm>
    </dsp:sp>
    <dsp:sp modelId="{DF3A1423-1A2A-43A6-93A1-2BD837C46A55}">
      <dsp:nvSpPr>
        <dsp:cNvPr id="0" name=""/>
        <dsp:cNvSpPr/>
      </dsp:nvSpPr>
      <dsp:spPr>
        <a:xfrm>
          <a:off x="289411" y="382590"/>
          <a:ext cx="1678617" cy="153036"/>
        </a:xfrm>
        <a:custGeom>
          <a:avLst/>
          <a:gdLst/>
          <a:ahLst/>
          <a:cxnLst/>
          <a:rect l="0" t="0" r="0" b="0"/>
          <a:pathLst>
            <a:path>
              <a:moveTo>
                <a:pt x="1678617" y="0"/>
              </a:moveTo>
              <a:lnTo>
                <a:pt x="1678617" y="76518"/>
              </a:lnTo>
              <a:lnTo>
                <a:pt x="0" y="76518"/>
              </a:lnTo>
              <a:lnTo>
                <a:pt x="0" y="153036"/>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CD4012F9-E6F3-48EC-9607-679F21547530}">
      <dsp:nvSpPr>
        <dsp:cNvPr id="0" name=""/>
        <dsp:cNvSpPr/>
      </dsp:nvSpPr>
      <dsp:spPr>
        <a:xfrm>
          <a:off x="2468" y="535627"/>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能量回收</a:t>
          </a:r>
        </a:p>
      </dsp:txBody>
      <dsp:txXfrm>
        <a:off x="13674" y="546833"/>
        <a:ext cx="551474" cy="360178"/>
      </dsp:txXfrm>
    </dsp:sp>
    <dsp:sp modelId="{FBFA4EB4-A069-4D14-A402-385381EE27A3}">
      <dsp:nvSpPr>
        <dsp:cNvPr id="0" name=""/>
        <dsp:cNvSpPr/>
      </dsp:nvSpPr>
      <dsp:spPr>
        <a:xfrm>
          <a:off x="243691" y="918218"/>
          <a:ext cx="91440" cy="153036"/>
        </a:xfrm>
        <a:custGeom>
          <a:avLst/>
          <a:gdLst/>
          <a:ahLst/>
          <a:cxnLst/>
          <a:rect l="0" t="0" r="0" b="0"/>
          <a:pathLst>
            <a:path>
              <a:moveTo>
                <a:pt x="45720" y="0"/>
              </a:moveTo>
              <a:lnTo>
                <a:pt x="45720" y="153036"/>
              </a:lnTo>
            </a:path>
          </a:pathLst>
        </a:custGeom>
        <a:noFill/>
        <a:ln w="25400" cap="flat" cmpd="sng" algn="ctr">
          <a:solidFill>
            <a:schemeClr val="accent1">
              <a:shade val="8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9F54EC9-0F00-43A8-8850-350B8AF12CF5}">
      <dsp:nvSpPr>
        <dsp:cNvPr id="0" name=""/>
        <dsp:cNvSpPr/>
      </dsp:nvSpPr>
      <dsp:spPr>
        <a:xfrm>
          <a:off x="2468" y="1071254"/>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焚烧</a:t>
          </a:r>
        </a:p>
      </dsp:txBody>
      <dsp:txXfrm>
        <a:off x="13674" y="1082460"/>
        <a:ext cx="551474" cy="360178"/>
      </dsp:txXfrm>
    </dsp:sp>
    <dsp:sp modelId="{DBBE0D58-C6D7-4D85-AE8B-2C16E6446381}">
      <dsp:nvSpPr>
        <dsp:cNvPr id="0" name=""/>
        <dsp:cNvSpPr/>
      </dsp:nvSpPr>
      <dsp:spPr>
        <a:xfrm>
          <a:off x="1408490" y="382590"/>
          <a:ext cx="559539" cy="153036"/>
        </a:xfrm>
        <a:custGeom>
          <a:avLst/>
          <a:gdLst/>
          <a:ahLst/>
          <a:cxnLst/>
          <a:rect l="0" t="0" r="0" b="0"/>
          <a:pathLst>
            <a:path>
              <a:moveTo>
                <a:pt x="559539" y="0"/>
              </a:moveTo>
              <a:lnTo>
                <a:pt x="559539" y="76518"/>
              </a:lnTo>
              <a:lnTo>
                <a:pt x="0" y="76518"/>
              </a:lnTo>
              <a:lnTo>
                <a:pt x="0" y="153036"/>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41A07A2-4522-4BE5-AAD2-2F03912C7D77}">
      <dsp:nvSpPr>
        <dsp:cNvPr id="0" name=""/>
        <dsp:cNvSpPr/>
      </dsp:nvSpPr>
      <dsp:spPr>
        <a:xfrm>
          <a:off x="1121546" y="535627"/>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物理回收</a:t>
          </a:r>
        </a:p>
      </dsp:txBody>
      <dsp:txXfrm>
        <a:off x="1132752" y="546833"/>
        <a:ext cx="551474" cy="360178"/>
      </dsp:txXfrm>
    </dsp:sp>
    <dsp:sp modelId="{37BC72CC-CEFE-4E44-A8C6-26D34D314269}">
      <dsp:nvSpPr>
        <dsp:cNvPr id="0" name=""/>
        <dsp:cNvSpPr/>
      </dsp:nvSpPr>
      <dsp:spPr>
        <a:xfrm>
          <a:off x="1035463" y="918218"/>
          <a:ext cx="373026" cy="153036"/>
        </a:xfrm>
        <a:custGeom>
          <a:avLst/>
          <a:gdLst/>
          <a:ahLst/>
          <a:cxnLst/>
          <a:rect l="0" t="0" r="0" b="0"/>
          <a:pathLst>
            <a:path>
              <a:moveTo>
                <a:pt x="373026" y="0"/>
              </a:moveTo>
              <a:lnTo>
                <a:pt x="373026" y="76518"/>
              </a:lnTo>
              <a:lnTo>
                <a:pt x="0" y="76518"/>
              </a:lnTo>
              <a:lnTo>
                <a:pt x="0" y="153036"/>
              </a:lnTo>
            </a:path>
          </a:pathLst>
        </a:custGeom>
        <a:noFill/>
        <a:ln w="25400" cap="flat" cmpd="sng" algn="ctr">
          <a:solidFill>
            <a:schemeClr val="accent1">
              <a:shade val="8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5ED30897-29CF-4D27-AC94-2CF0066605B2}">
      <dsp:nvSpPr>
        <dsp:cNvPr id="0" name=""/>
        <dsp:cNvSpPr/>
      </dsp:nvSpPr>
      <dsp:spPr>
        <a:xfrm>
          <a:off x="748520" y="1071254"/>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初级机械回收</a:t>
          </a:r>
        </a:p>
      </dsp:txBody>
      <dsp:txXfrm>
        <a:off x="759726" y="1082460"/>
        <a:ext cx="551474" cy="360178"/>
      </dsp:txXfrm>
    </dsp:sp>
    <dsp:sp modelId="{A754C901-2FA2-4D10-918C-81946949C051}">
      <dsp:nvSpPr>
        <dsp:cNvPr id="0" name=""/>
        <dsp:cNvSpPr/>
      </dsp:nvSpPr>
      <dsp:spPr>
        <a:xfrm>
          <a:off x="1408490" y="918218"/>
          <a:ext cx="373026" cy="153036"/>
        </a:xfrm>
        <a:custGeom>
          <a:avLst/>
          <a:gdLst/>
          <a:ahLst/>
          <a:cxnLst/>
          <a:rect l="0" t="0" r="0" b="0"/>
          <a:pathLst>
            <a:path>
              <a:moveTo>
                <a:pt x="0" y="0"/>
              </a:moveTo>
              <a:lnTo>
                <a:pt x="0" y="76518"/>
              </a:lnTo>
              <a:lnTo>
                <a:pt x="373026" y="76518"/>
              </a:lnTo>
              <a:lnTo>
                <a:pt x="373026" y="153036"/>
              </a:lnTo>
            </a:path>
          </a:pathLst>
        </a:custGeom>
        <a:noFill/>
        <a:ln w="25400" cap="flat" cmpd="sng" algn="ctr">
          <a:solidFill>
            <a:schemeClr val="accent1">
              <a:shade val="8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AB7E4DD-3923-4FCE-844C-2ADFCFB15491}">
      <dsp:nvSpPr>
        <dsp:cNvPr id="0" name=""/>
        <dsp:cNvSpPr/>
      </dsp:nvSpPr>
      <dsp:spPr>
        <a:xfrm>
          <a:off x="1494572" y="1071254"/>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溶解</a:t>
          </a:r>
          <a:r>
            <a:rPr lang="en-US" altLang="zh-CN" sz="900" b="1" kern="1200" dirty="0">
              <a:latin typeface="微软雅黑" panose="020B0503020204020204" pitchFamily="34" charset="-122"/>
              <a:ea typeface="微软雅黑" panose="020B0503020204020204" pitchFamily="34" charset="-122"/>
            </a:rPr>
            <a:t>/</a:t>
          </a:r>
          <a:r>
            <a:rPr lang="zh-CN" altLang="en-US" sz="900" b="1" kern="1200" dirty="0">
              <a:latin typeface="微软雅黑" panose="020B0503020204020204" pitchFamily="34" charset="-122"/>
              <a:ea typeface="微软雅黑" panose="020B0503020204020204" pitchFamily="34" charset="-122"/>
            </a:rPr>
            <a:t>再沉淀法</a:t>
          </a:r>
        </a:p>
      </dsp:txBody>
      <dsp:txXfrm>
        <a:off x="1505778" y="1082460"/>
        <a:ext cx="551474" cy="360178"/>
      </dsp:txXfrm>
    </dsp:sp>
    <dsp:sp modelId="{F0E6B67A-213B-40B9-BEB8-06F96DB2B01D}">
      <dsp:nvSpPr>
        <dsp:cNvPr id="0" name=""/>
        <dsp:cNvSpPr/>
      </dsp:nvSpPr>
      <dsp:spPr>
        <a:xfrm>
          <a:off x="1968029" y="382590"/>
          <a:ext cx="1678617" cy="153036"/>
        </a:xfrm>
        <a:custGeom>
          <a:avLst/>
          <a:gdLst/>
          <a:ahLst/>
          <a:cxnLst/>
          <a:rect l="0" t="0" r="0" b="0"/>
          <a:pathLst>
            <a:path>
              <a:moveTo>
                <a:pt x="0" y="0"/>
              </a:moveTo>
              <a:lnTo>
                <a:pt x="0" y="76518"/>
              </a:lnTo>
              <a:lnTo>
                <a:pt x="1678617" y="76518"/>
              </a:lnTo>
              <a:lnTo>
                <a:pt x="1678617" y="153036"/>
              </a:lnTo>
            </a:path>
          </a:pathLst>
        </a:cu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ED35185-9B34-48A8-882D-300BDC396BE0}">
      <dsp:nvSpPr>
        <dsp:cNvPr id="0" name=""/>
        <dsp:cNvSpPr/>
      </dsp:nvSpPr>
      <dsp:spPr>
        <a:xfrm>
          <a:off x="3359703" y="535627"/>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化学回收</a:t>
          </a:r>
        </a:p>
      </dsp:txBody>
      <dsp:txXfrm>
        <a:off x="3370909" y="546833"/>
        <a:ext cx="551474" cy="360178"/>
      </dsp:txXfrm>
    </dsp:sp>
    <dsp:sp modelId="{D1AB6A07-B86D-44BB-BA1A-E0CD56ABD235}">
      <dsp:nvSpPr>
        <dsp:cNvPr id="0" name=""/>
        <dsp:cNvSpPr/>
      </dsp:nvSpPr>
      <dsp:spPr>
        <a:xfrm>
          <a:off x="2527568" y="918218"/>
          <a:ext cx="1119078" cy="153036"/>
        </a:xfrm>
        <a:custGeom>
          <a:avLst/>
          <a:gdLst/>
          <a:ahLst/>
          <a:cxnLst/>
          <a:rect l="0" t="0" r="0" b="0"/>
          <a:pathLst>
            <a:path>
              <a:moveTo>
                <a:pt x="1119078" y="0"/>
              </a:moveTo>
              <a:lnTo>
                <a:pt x="1119078" y="76518"/>
              </a:lnTo>
              <a:lnTo>
                <a:pt x="0" y="76518"/>
              </a:lnTo>
              <a:lnTo>
                <a:pt x="0" y="153036"/>
              </a:lnTo>
            </a:path>
          </a:pathLst>
        </a:custGeom>
        <a:noFill/>
        <a:ln w="25400" cap="flat" cmpd="sng" algn="ctr">
          <a:solidFill>
            <a:schemeClr val="accent1">
              <a:shade val="8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B52FE222-628F-4DFB-9908-B416A9A1AD69}">
      <dsp:nvSpPr>
        <dsp:cNvPr id="0" name=""/>
        <dsp:cNvSpPr/>
      </dsp:nvSpPr>
      <dsp:spPr>
        <a:xfrm>
          <a:off x="2240625" y="1071254"/>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水解法</a:t>
          </a:r>
        </a:p>
      </dsp:txBody>
      <dsp:txXfrm>
        <a:off x="2251831" y="1082460"/>
        <a:ext cx="551474" cy="360178"/>
      </dsp:txXfrm>
    </dsp:sp>
    <dsp:sp modelId="{47B8D1F9-7EC5-4359-BCE3-18DDC1FAB785}">
      <dsp:nvSpPr>
        <dsp:cNvPr id="0" name=""/>
        <dsp:cNvSpPr/>
      </dsp:nvSpPr>
      <dsp:spPr>
        <a:xfrm>
          <a:off x="3273620" y="918218"/>
          <a:ext cx="373026" cy="153036"/>
        </a:xfrm>
        <a:custGeom>
          <a:avLst/>
          <a:gdLst/>
          <a:ahLst/>
          <a:cxnLst/>
          <a:rect l="0" t="0" r="0" b="0"/>
          <a:pathLst>
            <a:path>
              <a:moveTo>
                <a:pt x="373026" y="0"/>
              </a:moveTo>
              <a:lnTo>
                <a:pt x="373026" y="76518"/>
              </a:lnTo>
              <a:lnTo>
                <a:pt x="0" y="76518"/>
              </a:lnTo>
              <a:lnTo>
                <a:pt x="0" y="153036"/>
              </a:lnTo>
            </a:path>
          </a:pathLst>
        </a:custGeom>
        <a:noFill/>
        <a:ln w="25400" cap="flat" cmpd="sng" algn="ctr">
          <a:solidFill>
            <a:schemeClr val="accent1">
              <a:shade val="8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DA68CDA4-3C11-4EDC-994B-56B316160D25}">
      <dsp:nvSpPr>
        <dsp:cNvPr id="0" name=""/>
        <dsp:cNvSpPr/>
      </dsp:nvSpPr>
      <dsp:spPr>
        <a:xfrm>
          <a:off x="2986677" y="1071254"/>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醇解法</a:t>
          </a:r>
        </a:p>
      </dsp:txBody>
      <dsp:txXfrm>
        <a:off x="2997883" y="1082460"/>
        <a:ext cx="551474" cy="360178"/>
      </dsp:txXfrm>
    </dsp:sp>
    <dsp:sp modelId="{FCB3C65A-B49E-47A7-81B3-699ECF543607}">
      <dsp:nvSpPr>
        <dsp:cNvPr id="0" name=""/>
        <dsp:cNvSpPr/>
      </dsp:nvSpPr>
      <dsp:spPr>
        <a:xfrm>
          <a:off x="3646646" y="918218"/>
          <a:ext cx="373026" cy="153036"/>
        </a:xfrm>
        <a:custGeom>
          <a:avLst/>
          <a:gdLst/>
          <a:ahLst/>
          <a:cxnLst/>
          <a:rect l="0" t="0" r="0" b="0"/>
          <a:pathLst>
            <a:path>
              <a:moveTo>
                <a:pt x="0" y="0"/>
              </a:moveTo>
              <a:lnTo>
                <a:pt x="0" y="76518"/>
              </a:lnTo>
              <a:lnTo>
                <a:pt x="373026" y="76518"/>
              </a:lnTo>
              <a:lnTo>
                <a:pt x="373026" y="153036"/>
              </a:lnTo>
            </a:path>
          </a:pathLst>
        </a:custGeom>
        <a:noFill/>
        <a:ln w="25400" cap="flat" cmpd="sng" algn="ctr">
          <a:solidFill>
            <a:schemeClr val="accent1">
              <a:shade val="8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C5270124-19C6-49B8-8BB3-9D4BE0E33DAB}">
      <dsp:nvSpPr>
        <dsp:cNvPr id="0" name=""/>
        <dsp:cNvSpPr/>
      </dsp:nvSpPr>
      <dsp:spPr>
        <a:xfrm>
          <a:off x="3732729" y="1071254"/>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氨解法</a:t>
          </a:r>
        </a:p>
      </dsp:txBody>
      <dsp:txXfrm>
        <a:off x="3743935" y="1082460"/>
        <a:ext cx="551474" cy="360178"/>
      </dsp:txXfrm>
    </dsp:sp>
    <dsp:sp modelId="{ADA901BD-D020-4FE8-9A05-66BDD9EF8906}">
      <dsp:nvSpPr>
        <dsp:cNvPr id="0" name=""/>
        <dsp:cNvSpPr/>
      </dsp:nvSpPr>
      <dsp:spPr>
        <a:xfrm>
          <a:off x="3646646" y="918218"/>
          <a:ext cx="1119078" cy="153036"/>
        </a:xfrm>
        <a:custGeom>
          <a:avLst/>
          <a:gdLst/>
          <a:ahLst/>
          <a:cxnLst/>
          <a:rect l="0" t="0" r="0" b="0"/>
          <a:pathLst>
            <a:path>
              <a:moveTo>
                <a:pt x="0" y="0"/>
              </a:moveTo>
              <a:lnTo>
                <a:pt x="0" y="76518"/>
              </a:lnTo>
              <a:lnTo>
                <a:pt x="1119078" y="76518"/>
              </a:lnTo>
              <a:lnTo>
                <a:pt x="1119078" y="153036"/>
              </a:lnTo>
            </a:path>
          </a:pathLst>
        </a:custGeom>
        <a:noFill/>
        <a:ln w="25400" cap="flat" cmpd="sng" algn="ctr">
          <a:solidFill>
            <a:schemeClr val="accent1">
              <a:shade val="8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ABB786B4-573A-43E0-9224-47CEEF0CB201}">
      <dsp:nvSpPr>
        <dsp:cNvPr id="0" name=""/>
        <dsp:cNvSpPr/>
      </dsp:nvSpPr>
      <dsp:spPr>
        <a:xfrm>
          <a:off x="4478782" y="1071254"/>
          <a:ext cx="573886" cy="382590"/>
        </a:xfrm>
        <a:prstGeom prst="roundRect">
          <a:avLst>
            <a:gd name="adj" fmla="val 10000"/>
          </a:avLst>
        </a:prstGeom>
        <a:solidFill>
          <a:schemeClr val="l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zh-CN" altLang="en-US" sz="900" b="1" kern="1200" dirty="0">
              <a:latin typeface="微软雅黑" panose="020B0503020204020204" pitchFamily="34" charset="-122"/>
              <a:ea typeface="微软雅黑" panose="020B0503020204020204" pitchFamily="34" charset="-122"/>
            </a:rPr>
            <a:t>酸解法</a:t>
          </a:r>
        </a:p>
      </dsp:txBody>
      <dsp:txXfrm>
        <a:off x="4489988" y="1082460"/>
        <a:ext cx="551474" cy="3601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82F2A6-BCC1-4EAA-96F9-860ABA89D197}">
      <dsp:nvSpPr>
        <dsp:cNvPr id="0" name=""/>
        <dsp:cNvSpPr/>
      </dsp:nvSpPr>
      <dsp:spPr>
        <a:xfrm>
          <a:off x="4269844" y="405764"/>
          <a:ext cx="875093" cy="58339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latin typeface="微软雅黑" panose="020B0503020204020204" pitchFamily="34" charset="-122"/>
              <a:ea typeface="微软雅黑" panose="020B0503020204020204" pitchFamily="34" charset="-122"/>
            </a:rPr>
            <a:t>己内酰胺精制工艺</a:t>
          </a:r>
        </a:p>
      </dsp:txBody>
      <dsp:txXfrm>
        <a:off x="4286931" y="422851"/>
        <a:ext cx="840919" cy="549221"/>
      </dsp:txXfrm>
    </dsp:sp>
    <dsp:sp modelId="{8E468210-5EED-4528-AD99-262F0161522F}">
      <dsp:nvSpPr>
        <dsp:cNvPr id="0" name=""/>
        <dsp:cNvSpPr/>
      </dsp:nvSpPr>
      <dsp:spPr>
        <a:xfrm>
          <a:off x="2716553" y="989160"/>
          <a:ext cx="1990837" cy="233358"/>
        </a:xfrm>
        <a:custGeom>
          <a:avLst/>
          <a:gdLst/>
          <a:ahLst/>
          <a:cxnLst/>
          <a:rect l="0" t="0" r="0" b="0"/>
          <a:pathLst>
            <a:path>
              <a:moveTo>
                <a:pt x="1990837" y="0"/>
              </a:moveTo>
              <a:lnTo>
                <a:pt x="1990837" y="116679"/>
              </a:lnTo>
              <a:lnTo>
                <a:pt x="0" y="116679"/>
              </a:lnTo>
              <a:lnTo>
                <a:pt x="0" y="2333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C8C7BB-833E-443B-8570-26C049094821}">
      <dsp:nvSpPr>
        <dsp:cNvPr id="0" name=""/>
        <dsp:cNvSpPr/>
      </dsp:nvSpPr>
      <dsp:spPr>
        <a:xfrm>
          <a:off x="2279007" y="1222518"/>
          <a:ext cx="875093" cy="58339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latin typeface="微软雅黑" panose="020B0503020204020204" pitchFamily="34" charset="-122"/>
              <a:ea typeface="微软雅黑" panose="020B0503020204020204" pitchFamily="34" charset="-122"/>
            </a:rPr>
            <a:t>物理精制</a:t>
          </a:r>
        </a:p>
      </dsp:txBody>
      <dsp:txXfrm>
        <a:off x="2296094" y="1239605"/>
        <a:ext cx="840919" cy="549221"/>
      </dsp:txXfrm>
    </dsp:sp>
    <dsp:sp modelId="{CDCF7762-05A7-46F3-98FE-1186B8DCEB7B}">
      <dsp:nvSpPr>
        <dsp:cNvPr id="0" name=""/>
        <dsp:cNvSpPr/>
      </dsp:nvSpPr>
      <dsp:spPr>
        <a:xfrm>
          <a:off x="441310" y="1805914"/>
          <a:ext cx="2275243" cy="233358"/>
        </a:xfrm>
        <a:custGeom>
          <a:avLst/>
          <a:gdLst/>
          <a:ahLst/>
          <a:cxnLst/>
          <a:rect l="0" t="0" r="0" b="0"/>
          <a:pathLst>
            <a:path>
              <a:moveTo>
                <a:pt x="2275243" y="0"/>
              </a:moveTo>
              <a:lnTo>
                <a:pt x="2275243" y="116679"/>
              </a:lnTo>
              <a:lnTo>
                <a:pt x="0" y="116679"/>
              </a:lnTo>
              <a:lnTo>
                <a:pt x="0" y="2333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053F7B-15FE-4A9E-AD74-0E79087B9BFE}">
      <dsp:nvSpPr>
        <dsp:cNvPr id="0" name=""/>
        <dsp:cNvSpPr/>
      </dsp:nvSpPr>
      <dsp:spPr>
        <a:xfrm>
          <a:off x="3763" y="2039272"/>
          <a:ext cx="875093" cy="58339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latin typeface="微软雅黑" panose="020B0503020204020204" pitchFamily="34" charset="-122"/>
              <a:ea typeface="微软雅黑" panose="020B0503020204020204" pitchFamily="34" charset="-122"/>
            </a:rPr>
            <a:t>液液萃取</a:t>
          </a:r>
        </a:p>
      </dsp:txBody>
      <dsp:txXfrm>
        <a:off x="20850" y="2056359"/>
        <a:ext cx="840919" cy="549221"/>
      </dsp:txXfrm>
    </dsp:sp>
    <dsp:sp modelId="{40C69A29-C1EE-498B-976F-DA162001CF02}">
      <dsp:nvSpPr>
        <dsp:cNvPr id="0" name=""/>
        <dsp:cNvSpPr/>
      </dsp:nvSpPr>
      <dsp:spPr>
        <a:xfrm>
          <a:off x="1578932" y="1805914"/>
          <a:ext cx="1137621" cy="233358"/>
        </a:xfrm>
        <a:custGeom>
          <a:avLst/>
          <a:gdLst/>
          <a:ahLst/>
          <a:cxnLst/>
          <a:rect l="0" t="0" r="0" b="0"/>
          <a:pathLst>
            <a:path>
              <a:moveTo>
                <a:pt x="1137621" y="0"/>
              </a:moveTo>
              <a:lnTo>
                <a:pt x="1137621" y="116679"/>
              </a:lnTo>
              <a:lnTo>
                <a:pt x="0" y="116679"/>
              </a:lnTo>
              <a:lnTo>
                <a:pt x="0" y="2333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D6795F-2397-4576-AA18-4B8C3DD56947}">
      <dsp:nvSpPr>
        <dsp:cNvPr id="0" name=""/>
        <dsp:cNvSpPr/>
      </dsp:nvSpPr>
      <dsp:spPr>
        <a:xfrm>
          <a:off x="1141385" y="2039272"/>
          <a:ext cx="875093" cy="58339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latin typeface="微软雅黑" panose="020B0503020204020204" pitchFamily="34" charset="-122"/>
              <a:ea typeface="微软雅黑" panose="020B0503020204020204" pitchFamily="34" charset="-122"/>
            </a:rPr>
            <a:t>重结晶</a:t>
          </a:r>
        </a:p>
      </dsp:txBody>
      <dsp:txXfrm>
        <a:off x="1158472" y="2056359"/>
        <a:ext cx="840919" cy="549221"/>
      </dsp:txXfrm>
    </dsp:sp>
    <dsp:sp modelId="{8FD72A90-2EA3-45FF-B5BA-8C7FD672EBEA}">
      <dsp:nvSpPr>
        <dsp:cNvPr id="0" name=""/>
        <dsp:cNvSpPr/>
      </dsp:nvSpPr>
      <dsp:spPr>
        <a:xfrm>
          <a:off x="2670833" y="1805914"/>
          <a:ext cx="91440" cy="233358"/>
        </a:xfrm>
        <a:custGeom>
          <a:avLst/>
          <a:gdLst/>
          <a:ahLst/>
          <a:cxnLst/>
          <a:rect l="0" t="0" r="0" b="0"/>
          <a:pathLst>
            <a:path>
              <a:moveTo>
                <a:pt x="45720" y="0"/>
              </a:moveTo>
              <a:lnTo>
                <a:pt x="45720" y="2333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BDB422-366D-4889-A6ED-20FE1811D239}">
      <dsp:nvSpPr>
        <dsp:cNvPr id="0" name=""/>
        <dsp:cNvSpPr/>
      </dsp:nvSpPr>
      <dsp:spPr>
        <a:xfrm>
          <a:off x="2279007" y="2039272"/>
          <a:ext cx="875093" cy="58339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latin typeface="微软雅黑" panose="020B0503020204020204" pitchFamily="34" charset="-122"/>
              <a:ea typeface="微软雅黑" panose="020B0503020204020204" pitchFamily="34" charset="-122"/>
            </a:rPr>
            <a:t>离子交换</a:t>
          </a:r>
        </a:p>
      </dsp:txBody>
      <dsp:txXfrm>
        <a:off x="2296094" y="2056359"/>
        <a:ext cx="840919" cy="549221"/>
      </dsp:txXfrm>
    </dsp:sp>
    <dsp:sp modelId="{E02DB204-C732-473B-B028-535A1AB3F454}">
      <dsp:nvSpPr>
        <dsp:cNvPr id="0" name=""/>
        <dsp:cNvSpPr/>
      </dsp:nvSpPr>
      <dsp:spPr>
        <a:xfrm>
          <a:off x="2716553" y="1805914"/>
          <a:ext cx="1137621" cy="233358"/>
        </a:xfrm>
        <a:custGeom>
          <a:avLst/>
          <a:gdLst/>
          <a:ahLst/>
          <a:cxnLst/>
          <a:rect l="0" t="0" r="0" b="0"/>
          <a:pathLst>
            <a:path>
              <a:moveTo>
                <a:pt x="0" y="0"/>
              </a:moveTo>
              <a:lnTo>
                <a:pt x="0" y="116679"/>
              </a:lnTo>
              <a:lnTo>
                <a:pt x="1137621" y="116679"/>
              </a:lnTo>
              <a:lnTo>
                <a:pt x="1137621" y="2333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048523-8C88-402C-8580-3C0FBAA61C7C}">
      <dsp:nvSpPr>
        <dsp:cNvPr id="0" name=""/>
        <dsp:cNvSpPr/>
      </dsp:nvSpPr>
      <dsp:spPr>
        <a:xfrm>
          <a:off x="3416628" y="2039272"/>
          <a:ext cx="875093" cy="58339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latin typeface="微软雅黑" panose="020B0503020204020204" pitchFamily="34" charset="-122"/>
              <a:ea typeface="微软雅黑" panose="020B0503020204020204" pitchFamily="34" charset="-122"/>
            </a:rPr>
            <a:t>真空蒸馏</a:t>
          </a:r>
        </a:p>
      </dsp:txBody>
      <dsp:txXfrm>
        <a:off x="3433715" y="2056359"/>
        <a:ext cx="840919" cy="549221"/>
      </dsp:txXfrm>
    </dsp:sp>
    <dsp:sp modelId="{703A976F-705D-42D6-BE36-8470E09A478D}">
      <dsp:nvSpPr>
        <dsp:cNvPr id="0" name=""/>
        <dsp:cNvSpPr/>
      </dsp:nvSpPr>
      <dsp:spPr>
        <a:xfrm>
          <a:off x="2716553" y="1805914"/>
          <a:ext cx="2275243" cy="233358"/>
        </a:xfrm>
        <a:custGeom>
          <a:avLst/>
          <a:gdLst/>
          <a:ahLst/>
          <a:cxnLst/>
          <a:rect l="0" t="0" r="0" b="0"/>
          <a:pathLst>
            <a:path>
              <a:moveTo>
                <a:pt x="0" y="0"/>
              </a:moveTo>
              <a:lnTo>
                <a:pt x="0" y="116679"/>
              </a:lnTo>
              <a:lnTo>
                <a:pt x="2275243" y="116679"/>
              </a:lnTo>
              <a:lnTo>
                <a:pt x="2275243" y="2333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03B30E-7DCC-4F8B-9629-B0657D3545FF}">
      <dsp:nvSpPr>
        <dsp:cNvPr id="0" name=""/>
        <dsp:cNvSpPr/>
      </dsp:nvSpPr>
      <dsp:spPr>
        <a:xfrm>
          <a:off x="4554250" y="2039272"/>
          <a:ext cx="875093" cy="58339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latin typeface="微软雅黑" panose="020B0503020204020204" pitchFamily="34" charset="-122"/>
              <a:ea typeface="微软雅黑" panose="020B0503020204020204" pitchFamily="34" charset="-122"/>
            </a:rPr>
            <a:t>固体吸附</a:t>
          </a:r>
        </a:p>
      </dsp:txBody>
      <dsp:txXfrm>
        <a:off x="4571337" y="2056359"/>
        <a:ext cx="840919" cy="549221"/>
      </dsp:txXfrm>
    </dsp:sp>
    <dsp:sp modelId="{2F8BD990-0533-4A65-8C03-B908E2956266}">
      <dsp:nvSpPr>
        <dsp:cNvPr id="0" name=""/>
        <dsp:cNvSpPr/>
      </dsp:nvSpPr>
      <dsp:spPr>
        <a:xfrm>
          <a:off x="4707391" y="989160"/>
          <a:ext cx="1990837" cy="233358"/>
        </a:xfrm>
        <a:custGeom>
          <a:avLst/>
          <a:gdLst/>
          <a:ahLst/>
          <a:cxnLst/>
          <a:rect l="0" t="0" r="0" b="0"/>
          <a:pathLst>
            <a:path>
              <a:moveTo>
                <a:pt x="0" y="0"/>
              </a:moveTo>
              <a:lnTo>
                <a:pt x="0" y="116679"/>
              </a:lnTo>
              <a:lnTo>
                <a:pt x="1990837" y="116679"/>
              </a:lnTo>
              <a:lnTo>
                <a:pt x="1990837" y="2333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1B06B9-DB93-4AAF-918D-8F62DFEAA546}">
      <dsp:nvSpPr>
        <dsp:cNvPr id="0" name=""/>
        <dsp:cNvSpPr/>
      </dsp:nvSpPr>
      <dsp:spPr>
        <a:xfrm>
          <a:off x="6260682" y="1222518"/>
          <a:ext cx="875093" cy="58339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latin typeface="微软雅黑" panose="020B0503020204020204" pitchFamily="34" charset="-122"/>
              <a:ea typeface="微软雅黑" panose="020B0503020204020204" pitchFamily="34" charset="-122"/>
            </a:rPr>
            <a:t>化学精制</a:t>
          </a:r>
        </a:p>
      </dsp:txBody>
      <dsp:txXfrm>
        <a:off x="6277769" y="1239605"/>
        <a:ext cx="840919" cy="549221"/>
      </dsp:txXfrm>
    </dsp:sp>
    <dsp:sp modelId="{01BDD470-305F-4BAD-923A-5B7ACFC66240}">
      <dsp:nvSpPr>
        <dsp:cNvPr id="0" name=""/>
        <dsp:cNvSpPr/>
      </dsp:nvSpPr>
      <dsp:spPr>
        <a:xfrm>
          <a:off x="6129418" y="1805914"/>
          <a:ext cx="568810" cy="233358"/>
        </a:xfrm>
        <a:custGeom>
          <a:avLst/>
          <a:gdLst/>
          <a:ahLst/>
          <a:cxnLst/>
          <a:rect l="0" t="0" r="0" b="0"/>
          <a:pathLst>
            <a:path>
              <a:moveTo>
                <a:pt x="568810" y="0"/>
              </a:moveTo>
              <a:lnTo>
                <a:pt x="568810" y="116679"/>
              </a:lnTo>
              <a:lnTo>
                <a:pt x="0" y="116679"/>
              </a:lnTo>
              <a:lnTo>
                <a:pt x="0" y="2333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92B63A-38A0-4A76-B7E0-9802C6D19481}">
      <dsp:nvSpPr>
        <dsp:cNvPr id="0" name=""/>
        <dsp:cNvSpPr/>
      </dsp:nvSpPr>
      <dsp:spPr>
        <a:xfrm>
          <a:off x="5691871" y="2039272"/>
          <a:ext cx="875093" cy="58339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latin typeface="微软雅黑" panose="020B0503020204020204" pitchFamily="34" charset="-122"/>
              <a:ea typeface="微软雅黑" panose="020B0503020204020204" pitchFamily="34" charset="-122"/>
            </a:rPr>
            <a:t>催化加氢</a:t>
          </a:r>
          <a:endParaRPr lang="en-US" altLang="zh-CN" sz="1000" b="1" kern="1200" dirty="0">
            <a:latin typeface="微软雅黑" panose="020B0503020204020204" pitchFamily="34" charset="-122"/>
            <a:ea typeface="微软雅黑" panose="020B0503020204020204" pitchFamily="34" charset="-122"/>
          </a:endParaRPr>
        </a:p>
      </dsp:txBody>
      <dsp:txXfrm>
        <a:off x="5708958" y="2056359"/>
        <a:ext cx="840919" cy="549221"/>
      </dsp:txXfrm>
    </dsp:sp>
    <dsp:sp modelId="{175B023C-2A8A-4B2B-B0BA-488FDABC0E3D}">
      <dsp:nvSpPr>
        <dsp:cNvPr id="0" name=""/>
        <dsp:cNvSpPr/>
      </dsp:nvSpPr>
      <dsp:spPr>
        <a:xfrm>
          <a:off x="6698229" y="1805914"/>
          <a:ext cx="568810" cy="233358"/>
        </a:xfrm>
        <a:custGeom>
          <a:avLst/>
          <a:gdLst/>
          <a:ahLst/>
          <a:cxnLst/>
          <a:rect l="0" t="0" r="0" b="0"/>
          <a:pathLst>
            <a:path>
              <a:moveTo>
                <a:pt x="0" y="0"/>
              </a:moveTo>
              <a:lnTo>
                <a:pt x="0" y="116679"/>
              </a:lnTo>
              <a:lnTo>
                <a:pt x="568810" y="116679"/>
              </a:lnTo>
              <a:lnTo>
                <a:pt x="568810" y="23335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5B7A96-759F-441E-B768-2897600E62F3}">
      <dsp:nvSpPr>
        <dsp:cNvPr id="0" name=""/>
        <dsp:cNvSpPr/>
      </dsp:nvSpPr>
      <dsp:spPr>
        <a:xfrm>
          <a:off x="6829493" y="2039272"/>
          <a:ext cx="875093" cy="58339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zh-CN" altLang="en-US" sz="1000" b="1" kern="1200" dirty="0">
              <a:latin typeface="微软雅黑" panose="020B0503020204020204" pitchFamily="34" charset="-122"/>
              <a:ea typeface="微软雅黑" panose="020B0503020204020204" pitchFamily="34" charset="-122"/>
            </a:rPr>
            <a:t>添加氧化剂及其他添加剂</a:t>
          </a:r>
          <a:endParaRPr lang="en-US" altLang="zh-CN" sz="1000" b="1" kern="1200" dirty="0">
            <a:latin typeface="微软雅黑" panose="020B0503020204020204" pitchFamily="34" charset="-122"/>
            <a:ea typeface="微软雅黑" panose="020B0503020204020204" pitchFamily="34" charset="-122"/>
          </a:endParaRPr>
        </a:p>
      </dsp:txBody>
      <dsp:txXfrm>
        <a:off x="6846580" y="2056359"/>
        <a:ext cx="840919" cy="5492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F4F89B-135B-4B94-83DB-A7152708AA0B}">
      <dsp:nvSpPr>
        <dsp:cNvPr id="0" name=""/>
        <dsp:cNvSpPr/>
      </dsp:nvSpPr>
      <dsp:spPr>
        <a:xfrm>
          <a:off x="1486" y="1067617"/>
          <a:ext cx="1790459" cy="895229"/>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加氢精制</a:t>
          </a:r>
        </a:p>
      </dsp:txBody>
      <dsp:txXfrm>
        <a:off x="27706" y="1093837"/>
        <a:ext cx="1738019" cy="842789"/>
      </dsp:txXfrm>
    </dsp:sp>
    <dsp:sp modelId="{5BF3C34F-16A8-4FF8-8B24-4B8316C04F08}">
      <dsp:nvSpPr>
        <dsp:cNvPr id="0" name=""/>
        <dsp:cNvSpPr/>
      </dsp:nvSpPr>
      <dsp:spPr>
        <a:xfrm rot="18289469">
          <a:off x="1522977" y="973887"/>
          <a:ext cx="1254120" cy="53173"/>
        </a:xfrm>
        <a:custGeom>
          <a:avLst/>
          <a:gdLst/>
          <a:ahLst/>
          <a:cxnLst/>
          <a:rect l="0" t="0" r="0" b="0"/>
          <a:pathLst>
            <a:path>
              <a:moveTo>
                <a:pt x="0" y="26586"/>
              </a:moveTo>
              <a:lnTo>
                <a:pt x="1254120" y="265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2118684" y="969121"/>
        <a:ext cx="62706" cy="62706"/>
      </dsp:txXfrm>
    </dsp:sp>
    <dsp:sp modelId="{4ADD821C-F29F-4D08-8F9C-471603F78396}">
      <dsp:nvSpPr>
        <dsp:cNvPr id="0" name=""/>
        <dsp:cNvSpPr/>
      </dsp:nvSpPr>
      <dsp:spPr>
        <a:xfrm>
          <a:off x="2508129" y="38102"/>
          <a:ext cx="1790459" cy="895229"/>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连续淤浆床釜式</a:t>
          </a:r>
          <a:endParaRPr lang="zh-CN" altLang="en-US" sz="1600" kern="1200" dirty="0"/>
        </a:p>
      </dsp:txBody>
      <dsp:txXfrm>
        <a:off x="2534349" y="64322"/>
        <a:ext cx="1738019" cy="842789"/>
      </dsp:txXfrm>
    </dsp:sp>
    <dsp:sp modelId="{40BF974E-AE35-4091-B33B-D7E3E8ECFD96}">
      <dsp:nvSpPr>
        <dsp:cNvPr id="0" name=""/>
        <dsp:cNvSpPr/>
      </dsp:nvSpPr>
      <dsp:spPr>
        <a:xfrm>
          <a:off x="1791945" y="1488645"/>
          <a:ext cx="716183" cy="53173"/>
        </a:xfrm>
        <a:custGeom>
          <a:avLst/>
          <a:gdLst/>
          <a:ahLst/>
          <a:cxnLst/>
          <a:rect l="0" t="0" r="0" b="0"/>
          <a:pathLst>
            <a:path>
              <a:moveTo>
                <a:pt x="0" y="26586"/>
              </a:moveTo>
              <a:lnTo>
                <a:pt x="716183" y="265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2132133" y="1497327"/>
        <a:ext cx="35809" cy="35809"/>
      </dsp:txXfrm>
    </dsp:sp>
    <dsp:sp modelId="{0CCFAE6B-C1C4-4BA0-B08B-1F7C82EB538F}">
      <dsp:nvSpPr>
        <dsp:cNvPr id="0" name=""/>
        <dsp:cNvSpPr/>
      </dsp:nvSpPr>
      <dsp:spPr>
        <a:xfrm>
          <a:off x="2508129" y="1067617"/>
          <a:ext cx="1790459" cy="895229"/>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磁稳定床</a:t>
          </a:r>
          <a:endParaRPr lang="zh-CN" altLang="en-US" sz="1600" kern="1200" dirty="0"/>
        </a:p>
      </dsp:txBody>
      <dsp:txXfrm>
        <a:off x="2534349" y="1093837"/>
        <a:ext cx="1738019" cy="842789"/>
      </dsp:txXfrm>
    </dsp:sp>
    <dsp:sp modelId="{CBE4B1B9-8F3D-4B57-BA6D-723A7496F0A3}">
      <dsp:nvSpPr>
        <dsp:cNvPr id="0" name=""/>
        <dsp:cNvSpPr/>
      </dsp:nvSpPr>
      <dsp:spPr>
        <a:xfrm rot="18289469">
          <a:off x="4029620" y="973887"/>
          <a:ext cx="1254120" cy="53173"/>
        </a:xfrm>
        <a:custGeom>
          <a:avLst/>
          <a:gdLst/>
          <a:ahLst/>
          <a:cxnLst/>
          <a:rect l="0" t="0" r="0" b="0"/>
          <a:pathLst>
            <a:path>
              <a:moveTo>
                <a:pt x="0" y="26586"/>
              </a:moveTo>
              <a:lnTo>
                <a:pt x="1254120" y="2658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4625328" y="969121"/>
        <a:ext cx="62706" cy="62706"/>
      </dsp:txXfrm>
    </dsp:sp>
    <dsp:sp modelId="{FA5C22E5-9197-441D-ADDE-A67935999034}">
      <dsp:nvSpPr>
        <dsp:cNvPr id="0" name=""/>
        <dsp:cNvSpPr/>
      </dsp:nvSpPr>
      <dsp:spPr>
        <a:xfrm>
          <a:off x="5014773" y="38102"/>
          <a:ext cx="1790459" cy="895229"/>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a:latin typeface="微软雅黑" panose="020B0503020204020204" pitchFamily="34" charset="-122"/>
              <a:ea typeface="微软雅黑" panose="020B0503020204020204" pitchFamily="34" charset="-122"/>
            </a:rPr>
            <a:t>搅拌釜与液固磁稳定床串联</a:t>
          </a:r>
          <a:endParaRPr lang="zh-CN" altLang="en-US" sz="1600" kern="1200"/>
        </a:p>
      </dsp:txBody>
      <dsp:txXfrm>
        <a:off x="5040993" y="64322"/>
        <a:ext cx="1738019" cy="842789"/>
      </dsp:txXfrm>
    </dsp:sp>
    <dsp:sp modelId="{2D24591C-90F5-499E-A6C8-1EFFA49AF517}">
      <dsp:nvSpPr>
        <dsp:cNvPr id="0" name=""/>
        <dsp:cNvSpPr/>
      </dsp:nvSpPr>
      <dsp:spPr>
        <a:xfrm>
          <a:off x="4298589" y="1488645"/>
          <a:ext cx="716183" cy="53173"/>
        </a:xfrm>
        <a:custGeom>
          <a:avLst/>
          <a:gdLst/>
          <a:ahLst/>
          <a:cxnLst/>
          <a:rect l="0" t="0" r="0" b="0"/>
          <a:pathLst>
            <a:path>
              <a:moveTo>
                <a:pt x="0" y="26586"/>
              </a:moveTo>
              <a:lnTo>
                <a:pt x="716183" y="2658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4638776" y="1497327"/>
        <a:ext cx="35809" cy="35809"/>
      </dsp:txXfrm>
    </dsp:sp>
    <dsp:sp modelId="{9BD6FEA4-7275-46C3-A317-6A7B3396E408}">
      <dsp:nvSpPr>
        <dsp:cNvPr id="0" name=""/>
        <dsp:cNvSpPr/>
      </dsp:nvSpPr>
      <dsp:spPr>
        <a:xfrm>
          <a:off x="5014773" y="1067617"/>
          <a:ext cx="1790459" cy="895229"/>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采用溶解氢的液固磁稳定床</a:t>
          </a:r>
          <a:endParaRPr lang="zh-CN" altLang="en-US" sz="1600" kern="1200" dirty="0"/>
        </a:p>
      </dsp:txBody>
      <dsp:txXfrm>
        <a:off x="5040993" y="1093837"/>
        <a:ext cx="1738019" cy="842789"/>
      </dsp:txXfrm>
    </dsp:sp>
    <dsp:sp modelId="{E0650975-74B2-4055-9043-1186247C3301}">
      <dsp:nvSpPr>
        <dsp:cNvPr id="0" name=""/>
        <dsp:cNvSpPr/>
      </dsp:nvSpPr>
      <dsp:spPr>
        <a:xfrm rot="3310531">
          <a:off x="4029620" y="2003402"/>
          <a:ext cx="1254120" cy="53173"/>
        </a:xfrm>
        <a:custGeom>
          <a:avLst/>
          <a:gdLst/>
          <a:ahLst/>
          <a:cxnLst/>
          <a:rect l="0" t="0" r="0" b="0"/>
          <a:pathLst>
            <a:path>
              <a:moveTo>
                <a:pt x="0" y="26586"/>
              </a:moveTo>
              <a:lnTo>
                <a:pt x="1254120" y="2658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4625328" y="1998636"/>
        <a:ext cx="62706" cy="62706"/>
      </dsp:txXfrm>
    </dsp:sp>
    <dsp:sp modelId="{B065EDBA-88A3-4DDA-94DA-82C578E7451E}">
      <dsp:nvSpPr>
        <dsp:cNvPr id="0" name=""/>
        <dsp:cNvSpPr/>
      </dsp:nvSpPr>
      <dsp:spPr>
        <a:xfrm>
          <a:off x="5014773" y="2097131"/>
          <a:ext cx="1790459" cy="895229"/>
        </a:xfrm>
        <a:prstGeom prst="roundRect">
          <a:avLst>
            <a:gd name="adj" fmla="val 10000"/>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气液固三相磁稳定床</a:t>
          </a:r>
          <a:endParaRPr lang="zh-CN" altLang="en-US" sz="1600" kern="1200" dirty="0"/>
        </a:p>
      </dsp:txBody>
      <dsp:txXfrm>
        <a:off x="5040993" y="2123351"/>
        <a:ext cx="1738019" cy="842789"/>
      </dsp:txXfrm>
    </dsp:sp>
    <dsp:sp modelId="{6B304FAC-55D6-4CFB-ABA7-C824FC42008B}">
      <dsp:nvSpPr>
        <dsp:cNvPr id="0" name=""/>
        <dsp:cNvSpPr/>
      </dsp:nvSpPr>
      <dsp:spPr>
        <a:xfrm rot="3372778">
          <a:off x="1506840" y="2022453"/>
          <a:ext cx="1284567" cy="53173"/>
        </a:xfrm>
        <a:custGeom>
          <a:avLst/>
          <a:gdLst/>
          <a:ahLst/>
          <a:cxnLst/>
          <a:rect l="0" t="0" r="0" b="0"/>
          <a:pathLst>
            <a:path>
              <a:moveTo>
                <a:pt x="0" y="26586"/>
              </a:moveTo>
              <a:lnTo>
                <a:pt x="1284567" y="265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2117010" y="2016926"/>
        <a:ext cx="64228" cy="64228"/>
      </dsp:txXfrm>
    </dsp:sp>
    <dsp:sp modelId="{96F5D403-40E8-4C7E-9931-EE3165E41F9F}">
      <dsp:nvSpPr>
        <dsp:cNvPr id="0" name=""/>
        <dsp:cNvSpPr/>
      </dsp:nvSpPr>
      <dsp:spPr>
        <a:xfrm>
          <a:off x="2506303" y="2135234"/>
          <a:ext cx="1790459" cy="895229"/>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固定床</a:t>
          </a:r>
        </a:p>
      </dsp:txBody>
      <dsp:txXfrm>
        <a:off x="2532523" y="2161454"/>
        <a:ext cx="1738019" cy="84278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983694-7AA6-4450-B506-94BE0F2BBD2A}" type="datetimeFigureOut">
              <a:rPr lang="zh-CN" altLang="en-US" smtClean="0"/>
              <a:pPr/>
              <a:t>2024/5/24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C4E10E-0D6E-4584-9622-8691374B2975}" type="slidenum">
              <a:rPr lang="zh-CN" altLang="en-US" smtClean="0"/>
              <a:pPr/>
              <a:t>‹#›</a:t>
            </a:fld>
            <a:endParaRPr lang="zh-CN" altLang="en-US"/>
          </a:p>
        </p:txBody>
      </p:sp>
    </p:spTree>
    <p:extLst>
      <p:ext uri="{BB962C8B-B14F-4D97-AF65-F5344CB8AC3E}">
        <p14:creationId xmlns:p14="http://schemas.microsoft.com/office/powerpoint/2010/main" val="3529257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4</a:t>
            </a:fld>
            <a:endParaRPr lang="zh-CN" altLang="en-US"/>
          </a:p>
        </p:txBody>
      </p:sp>
    </p:spTree>
    <p:extLst>
      <p:ext uri="{BB962C8B-B14F-4D97-AF65-F5344CB8AC3E}">
        <p14:creationId xmlns:p14="http://schemas.microsoft.com/office/powerpoint/2010/main" val="3596240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5</a:t>
            </a:fld>
            <a:endParaRPr lang="zh-CN" altLang="en-US"/>
          </a:p>
        </p:txBody>
      </p:sp>
    </p:spTree>
    <p:extLst>
      <p:ext uri="{BB962C8B-B14F-4D97-AF65-F5344CB8AC3E}">
        <p14:creationId xmlns:p14="http://schemas.microsoft.com/office/powerpoint/2010/main" val="269839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6</a:t>
            </a:fld>
            <a:endParaRPr lang="zh-CN" altLang="en-US"/>
          </a:p>
        </p:txBody>
      </p:sp>
    </p:spTree>
    <p:extLst>
      <p:ext uri="{BB962C8B-B14F-4D97-AF65-F5344CB8AC3E}">
        <p14:creationId xmlns:p14="http://schemas.microsoft.com/office/powerpoint/2010/main" val="1391200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7</a:t>
            </a:fld>
            <a:endParaRPr lang="zh-CN" altLang="en-US"/>
          </a:p>
        </p:txBody>
      </p:sp>
    </p:spTree>
    <p:extLst>
      <p:ext uri="{BB962C8B-B14F-4D97-AF65-F5344CB8AC3E}">
        <p14:creationId xmlns:p14="http://schemas.microsoft.com/office/powerpoint/2010/main" val="2427937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8</a:t>
            </a:fld>
            <a:endParaRPr lang="zh-CN" altLang="en-US"/>
          </a:p>
        </p:txBody>
      </p:sp>
    </p:spTree>
    <p:extLst>
      <p:ext uri="{BB962C8B-B14F-4D97-AF65-F5344CB8AC3E}">
        <p14:creationId xmlns:p14="http://schemas.microsoft.com/office/powerpoint/2010/main" val="3387222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10</a:t>
            </a:fld>
            <a:endParaRPr lang="zh-CN" altLang="en-US"/>
          </a:p>
        </p:txBody>
      </p:sp>
    </p:spTree>
    <p:extLst>
      <p:ext uri="{BB962C8B-B14F-4D97-AF65-F5344CB8AC3E}">
        <p14:creationId xmlns:p14="http://schemas.microsoft.com/office/powerpoint/2010/main" val="2473568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11</a:t>
            </a:fld>
            <a:endParaRPr lang="zh-CN" altLang="en-US"/>
          </a:p>
        </p:txBody>
      </p:sp>
    </p:spTree>
    <p:extLst>
      <p:ext uri="{BB962C8B-B14F-4D97-AF65-F5344CB8AC3E}">
        <p14:creationId xmlns:p14="http://schemas.microsoft.com/office/powerpoint/2010/main" val="1693100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12</a:t>
            </a:fld>
            <a:endParaRPr lang="zh-CN" altLang="en-US"/>
          </a:p>
        </p:txBody>
      </p:sp>
    </p:spTree>
    <p:extLst>
      <p:ext uri="{BB962C8B-B14F-4D97-AF65-F5344CB8AC3E}">
        <p14:creationId xmlns:p14="http://schemas.microsoft.com/office/powerpoint/2010/main" val="2259112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13</a:t>
            </a:fld>
            <a:endParaRPr lang="zh-CN" altLang="en-US"/>
          </a:p>
        </p:txBody>
      </p:sp>
    </p:spTree>
    <p:extLst>
      <p:ext uri="{BB962C8B-B14F-4D97-AF65-F5344CB8AC3E}">
        <p14:creationId xmlns:p14="http://schemas.microsoft.com/office/powerpoint/2010/main" val="2142955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14</a:t>
            </a:fld>
            <a:endParaRPr lang="zh-CN" altLang="en-US"/>
          </a:p>
        </p:txBody>
      </p:sp>
    </p:spTree>
    <p:extLst>
      <p:ext uri="{BB962C8B-B14F-4D97-AF65-F5344CB8AC3E}">
        <p14:creationId xmlns:p14="http://schemas.microsoft.com/office/powerpoint/2010/main" val="2775480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15</a:t>
            </a:fld>
            <a:endParaRPr lang="zh-CN" altLang="en-US"/>
          </a:p>
        </p:txBody>
      </p:sp>
    </p:spTree>
    <p:extLst>
      <p:ext uri="{BB962C8B-B14F-4D97-AF65-F5344CB8AC3E}">
        <p14:creationId xmlns:p14="http://schemas.microsoft.com/office/powerpoint/2010/main" val="2278633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16</a:t>
            </a:fld>
            <a:endParaRPr lang="zh-CN" altLang="en-US"/>
          </a:p>
        </p:txBody>
      </p:sp>
    </p:spTree>
    <p:extLst>
      <p:ext uri="{BB962C8B-B14F-4D97-AF65-F5344CB8AC3E}">
        <p14:creationId xmlns:p14="http://schemas.microsoft.com/office/powerpoint/2010/main" val="2223712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17</a:t>
            </a:fld>
            <a:endParaRPr lang="zh-CN" altLang="en-US"/>
          </a:p>
        </p:txBody>
      </p:sp>
    </p:spTree>
    <p:extLst>
      <p:ext uri="{BB962C8B-B14F-4D97-AF65-F5344CB8AC3E}">
        <p14:creationId xmlns:p14="http://schemas.microsoft.com/office/powerpoint/2010/main" val="494319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18</a:t>
            </a:fld>
            <a:endParaRPr lang="zh-CN" altLang="en-US"/>
          </a:p>
        </p:txBody>
      </p:sp>
    </p:spTree>
    <p:extLst>
      <p:ext uri="{BB962C8B-B14F-4D97-AF65-F5344CB8AC3E}">
        <p14:creationId xmlns:p14="http://schemas.microsoft.com/office/powerpoint/2010/main" val="222185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19</a:t>
            </a:fld>
            <a:endParaRPr lang="zh-CN" altLang="en-US"/>
          </a:p>
        </p:txBody>
      </p:sp>
    </p:spTree>
    <p:extLst>
      <p:ext uri="{BB962C8B-B14F-4D97-AF65-F5344CB8AC3E}">
        <p14:creationId xmlns:p14="http://schemas.microsoft.com/office/powerpoint/2010/main" val="4461230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20</a:t>
            </a:fld>
            <a:endParaRPr lang="zh-CN" altLang="en-US"/>
          </a:p>
        </p:txBody>
      </p:sp>
    </p:spTree>
    <p:extLst>
      <p:ext uri="{BB962C8B-B14F-4D97-AF65-F5344CB8AC3E}">
        <p14:creationId xmlns:p14="http://schemas.microsoft.com/office/powerpoint/2010/main" val="105275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21</a:t>
            </a:fld>
            <a:endParaRPr lang="zh-CN" altLang="en-US"/>
          </a:p>
        </p:txBody>
      </p:sp>
    </p:spTree>
    <p:extLst>
      <p:ext uri="{BB962C8B-B14F-4D97-AF65-F5344CB8AC3E}">
        <p14:creationId xmlns:p14="http://schemas.microsoft.com/office/powerpoint/2010/main" val="6842273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22</a:t>
            </a:fld>
            <a:endParaRPr lang="zh-CN" altLang="en-US"/>
          </a:p>
        </p:txBody>
      </p:sp>
    </p:spTree>
    <p:extLst>
      <p:ext uri="{BB962C8B-B14F-4D97-AF65-F5344CB8AC3E}">
        <p14:creationId xmlns:p14="http://schemas.microsoft.com/office/powerpoint/2010/main" val="481561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24</a:t>
            </a:fld>
            <a:endParaRPr lang="zh-CN" altLang="en-US"/>
          </a:p>
        </p:txBody>
      </p:sp>
    </p:spTree>
    <p:extLst>
      <p:ext uri="{BB962C8B-B14F-4D97-AF65-F5344CB8AC3E}">
        <p14:creationId xmlns:p14="http://schemas.microsoft.com/office/powerpoint/2010/main" val="2094739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25</a:t>
            </a:fld>
            <a:endParaRPr lang="zh-CN" altLang="en-US"/>
          </a:p>
        </p:txBody>
      </p:sp>
    </p:spTree>
    <p:extLst>
      <p:ext uri="{BB962C8B-B14F-4D97-AF65-F5344CB8AC3E}">
        <p14:creationId xmlns:p14="http://schemas.microsoft.com/office/powerpoint/2010/main" val="2136128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26</a:t>
            </a:fld>
            <a:endParaRPr lang="zh-CN" altLang="en-US"/>
          </a:p>
        </p:txBody>
      </p:sp>
    </p:spTree>
    <p:extLst>
      <p:ext uri="{BB962C8B-B14F-4D97-AF65-F5344CB8AC3E}">
        <p14:creationId xmlns:p14="http://schemas.microsoft.com/office/powerpoint/2010/main" val="2515621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27</a:t>
            </a:fld>
            <a:endParaRPr lang="zh-CN" altLang="en-US"/>
          </a:p>
        </p:txBody>
      </p:sp>
    </p:spTree>
    <p:extLst>
      <p:ext uri="{BB962C8B-B14F-4D97-AF65-F5344CB8AC3E}">
        <p14:creationId xmlns:p14="http://schemas.microsoft.com/office/powerpoint/2010/main" val="10855177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E6C4E10E-0D6E-4584-9622-8691374B2975}" type="slidenum">
              <a:rPr lang="zh-CN" altLang="en-US" smtClean="0"/>
              <a:pPr/>
              <a:t>29</a:t>
            </a:fld>
            <a:endParaRPr lang="zh-CN" altLang="en-US"/>
          </a:p>
        </p:txBody>
      </p:sp>
    </p:spTree>
    <p:extLst>
      <p:ext uri="{BB962C8B-B14F-4D97-AF65-F5344CB8AC3E}">
        <p14:creationId xmlns:p14="http://schemas.microsoft.com/office/powerpoint/2010/main" val="19407901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3" descr="C2 多媒体办公系统01-07.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5"/>
            <a:ext cx="9144000" cy="514289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 name="图片 1" descr="C2 多媒体办公系统-11.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5"/>
            <a:ext cx="9144000" cy="514289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2" name="图片 1" descr="C2 多媒体办公系统01-0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2895"/>
          </a:xfrm>
          <a:prstGeom prst="rect">
            <a:avLst/>
          </a:prstGeom>
        </p:spPr>
      </p:pic>
      <p:sp>
        <p:nvSpPr>
          <p:cNvPr id="4" name="日期占位符 3"/>
          <p:cNvSpPr>
            <a:spLocks noGrp="1"/>
          </p:cNvSpPr>
          <p:nvPr>
            <p:ph type="dt" sz="half" idx="10"/>
          </p:nvPr>
        </p:nvSpPr>
        <p:spPr>
          <a:xfrm>
            <a:off x="5652150" y="4408005"/>
            <a:ext cx="2133600" cy="273844"/>
          </a:xfrm>
        </p:spPr>
        <p:txBody>
          <a:bodyPr/>
          <a:lstStyle/>
          <a:p>
            <a:fld id="{D9DE98FE-917E-4DEF-80D6-9FEA7ECDC804}" type="datetime1">
              <a:rPr lang="zh-CN" altLang="en-US" smtClean="0"/>
              <a:pPr/>
              <a:t>2024/5/24</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dirty="0"/>
          </a:p>
        </p:txBody>
      </p:sp>
      <p:sp>
        <p:nvSpPr>
          <p:cNvPr id="7" name="文本框 12"/>
          <p:cNvSpPr txBox="1"/>
          <p:nvPr userDrawn="1"/>
        </p:nvSpPr>
        <p:spPr>
          <a:xfrm>
            <a:off x="5652150" y="4669905"/>
            <a:ext cx="2736380" cy="261610"/>
          </a:xfrm>
          <a:prstGeom prst="rect">
            <a:avLst/>
          </a:prstGeom>
          <a:noFill/>
        </p:spPr>
        <p:txBody>
          <a:bodyPr wrap="square" rtlCol="0">
            <a:spAutoFit/>
          </a:bodyPr>
          <a:lstStyle/>
          <a:p>
            <a:pPr marL="0" marR="0" indent="0" algn="dist" defTabSz="914400" rtl="0" eaLnBrk="1" fontAlgn="auto" latinLnBrk="0" hangingPunct="1">
              <a:lnSpc>
                <a:spcPct val="100000"/>
              </a:lnSpc>
              <a:spcBef>
                <a:spcPts val="0"/>
              </a:spcBef>
              <a:spcAft>
                <a:spcPts val="0"/>
              </a:spcAft>
              <a:buClrTx/>
              <a:buSzTx/>
              <a:buFontTx/>
              <a:buNone/>
              <a:tabLst/>
              <a:defRPr/>
            </a:pPr>
            <a:r>
              <a:rPr kumimoji="1" lang="zh-CN" altLang="en-US" sz="1050" dirty="0">
                <a:solidFill>
                  <a:srgbClr val="0D0D0D"/>
                </a:solidFill>
                <a:latin typeface="方正兰亭中黑简体" panose="02000000000000000000" charset="-122"/>
                <a:ea typeface="方正兰亭中黑简体" panose="02000000000000000000" charset="-122"/>
                <a:cs typeface="FZLanTingHeiS-B-GB"/>
              </a:rPr>
              <a:t>中石化石油化工科学研究院</a:t>
            </a:r>
            <a:r>
              <a:rPr kumimoji="1" lang="zh-CN" altLang="en-US" sz="1050" dirty="0">
                <a:solidFill>
                  <a:srgbClr val="0D0D0D"/>
                </a:solidFill>
                <a:latin typeface="方正兰亭中黑简体" panose="02000000000000000000" charset="-122"/>
                <a:ea typeface="方正兰亭中黑简体" panose="02000000000000000000" charset="-122"/>
                <a:cs typeface="FZLanTingHeiS-B-GB"/>
                <a:sym typeface="+mn-ea"/>
              </a:rPr>
              <a:t>有限公司</a:t>
            </a:r>
          </a:p>
        </p:txBody>
      </p:sp>
      <p:sp>
        <p:nvSpPr>
          <p:cNvPr id="8" name="文本框 16"/>
          <p:cNvSpPr txBox="1"/>
          <p:nvPr userDrawn="1"/>
        </p:nvSpPr>
        <p:spPr>
          <a:xfrm>
            <a:off x="5652150" y="4839181"/>
            <a:ext cx="2979110" cy="184666"/>
          </a:xfrm>
          <a:prstGeom prst="rect">
            <a:avLst/>
          </a:prstGeom>
          <a:noFill/>
        </p:spPr>
        <p:txBody>
          <a:bodyPr wrap="square" rtlCol="0">
            <a:spAutoFit/>
          </a:bodyPr>
          <a:lstStyle/>
          <a:p>
            <a:r>
              <a:rPr kumimoji="1" lang="en-US" altLang="zh-CN" sz="600" b="1" kern="2200" spc="40" baseline="0" dirty="0">
                <a:solidFill>
                  <a:schemeClr val="tx1">
                    <a:lumMod val="95000"/>
                    <a:lumOff val="5000"/>
                  </a:schemeClr>
                </a:solidFill>
                <a:latin typeface="Arial" panose="020B0604020202020204"/>
                <a:ea typeface="HYDaSongJ"/>
                <a:cs typeface="Arial" panose="020B0604020202020204"/>
              </a:rPr>
              <a:t>SINOPEC Research Institute of Petroleum Processing </a:t>
            </a:r>
            <a:r>
              <a:rPr kumimoji="1" lang="en-US" altLang="zh-CN" sz="600" b="1" kern="2200" spc="40" baseline="0" dirty="0" err="1">
                <a:solidFill>
                  <a:schemeClr val="tx1">
                    <a:lumMod val="95000"/>
                    <a:lumOff val="5000"/>
                  </a:schemeClr>
                </a:solidFill>
                <a:latin typeface="Arial" panose="020B0604020202020204"/>
                <a:ea typeface="HYDaSongJ"/>
                <a:cs typeface="Arial" panose="020B0604020202020204"/>
              </a:rPr>
              <a:t>Co.,Ltd</a:t>
            </a:r>
            <a:r>
              <a:rPr kumimoji="1" lang="en-US" altLang="zh-CN" sz="600" b="1" kern="2200" spc="40" baseline="0" dirty="0">
                <a:solidFill>
                  <a:schemeClr val="tx1">
                    <a:lumMod val="95000"/>
                    <a:lumOff val="5000"/>
                  </a:schemeClr>
                </a:solidFill>
                <a:latin typeface="Arial" panose="020B0604020202020204"/>
                <a:ea typeface="HYDaSongJ"/>
                <a:cs typeface="Arial" panose="020B0604020202020204"/>
              </a:rPr>
              <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3" name="图片 2" descr="C2 多媒体办公系统01-10.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289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BEF0377-DF0E-47B3-BC56-4DB1329F8C98}" type="datetime1">
              <a:rPr lang="zh-CN" altLang="en-US" smtClean="0"/>
              <a:pPr/>
              <a:t>2024/5/24</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648543F-0C60-44B3-A633-5E12F1A07340}" type="datetime1">
              <a:rPr lang="zh-CN" altLang="en-US" smtClean="0"/>
              <a:pPr/>
              <a:t>2024/5/24</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F8744EB-236D-4CEC-8CCF-3647C654B7AC}" type="datetime1">
              <a:rPr lang="zh-CN" altLang="en-US" smtClean="0"/>
              <a:pPr/>
              <a:t>2024/5/24</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1290B4D-FE33-4152-89F8-10EE53250383}" type="datetime1">
              <a:rPr lang="zh-CN" altLang="en-US" smtClean="0"/>
              <a:pPr/>
              <a:t>2024/5/24</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9F7BB0E-5E8A-458E-9D67-07E799021852}" type="datetime1">
              <a:rPr lang="zh-CN" altLang="en-US" smtClean="0"/>
              <a:pPr/>
              <a:t>2024/5/24</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BAAFE60-927C-4FBB-A527-1D5A7642DDB0}" type="datetime1">
              <a:rPr lang="zh-CN" altLang="en-US" smtClean="0"/>
              <a:pPr/>
              <a:t>2024/5/24</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D5299CE-0B05-4333-902F-FD599EEBF97F}" type="datetime1">
              <a:rPr lang="zh-CN" altLang="en-US" smtClean="0"/>
              <a:pPr/>
              <a:t>2024/5/24</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8D6A991-C272-49B5-9B60-CE6BEAFBD53D}" type="datetime1">
              <a:rPr lang="zh-CN" altLang="en-US" smtClean="0"/>
              <a:pPr/>
              <a:t>2024/5/24</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4F48B3E8-95D7-4EDB-B09B-1EE74EE19A10}"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5076070" y="4840065"/>
            <a:ext cx="2133600" cy="273844"/>
          </a:xfrm>
          <a:prstGeom prst="rect">
            <a:avLst/>
          </a:prstGeom>
        </p:spPr>
        <p:txBody>
          <a:bodyPr vert="horz" lIns="91440" tIns="45720" rIns="91440" bIns="45720" rtlCol="0" anchor="ctr"/>
          <a:lstStyle>
            <a:lvl1pPr algn="r">
              <a:defRPr sz="1200">
                <a:solidFill>
                  <a:schemeClr val="bg1"/>
                </a:solidFill>
              </a:defRPr>
            </a:lvl1pPr>
          </a:lstStyle>
          <a:p>
            <a:fld id="{AD46877C-BA73-4E2D-8C19-0AE6B66CA9A5}" type="datetime1">
              <a:rPr lang="zh-CN" altLang="en-US" smtClean="0"/>
              <a:pPr/>
              <a:t>2024/5/24</a:t>
            </a:fld>
            <a:endParaRPr lang="zh-CN" altLang="en-US" dirty="0"/>
          </a:p>
        </p:txBody>
      </p:sp>
      <p:sp>
        <p:nvSpPr>
          <p:cNvPr id="6" name="灯片编号占位符 5"/>
          <p:cNvSpPr>
            <a:spLocks noGrp="1"/>
          </p:cNvSpPr>
          <p:nvPr>
            <p:ph type="sldNum" sz="quarter" idx="4"/>
          </p:nvPr>
        </p:nvSpPr>
        <p:spPr>
          <a:xfrm>
            <a:off x="7911160" y="4840065"/>
            <a:ext cx="621390" cy="273844"/>
          </a:xfrm>
          <a:prstGeom prst="rect">
            <a:avLst/>
          </a:prstGeom>
        </p:spPr>
        <p:txBody>
          <a:bodyPr vert="horz" lIns="91440" tIns="45720" rIns="91440" bIns="45720" rtlCol="0" anchor="ctr"/>
          <a:lstStyle>
            <a:lvl1pPr algn="l">
              <a:defRPr sz="1200">
                <a:solidFill>
                  <a:schemeClr val="bg1"/>
                </a:solidFill>
              </a:defRPr>
            </a:lvl1pPr>
          </a:lstStyle>
          <a:p>
            <a:fld id="{4F48B3E8-95D7-4EDB-B09B-1EE74EE19A10}" type="slidenum">
              <a:rPr lang="zh-CN" altLang="en-US" smtClean="0"/>
              <a:pPr/>
              <a:t>‹#›</a:t>
            </a:fld>
            <a:r>
              <a:rPr lang="en-US" altLang="zh-CN" dirty="0"/>
              <a:t>5</a:t>
            </a:r>
            <a:endParaRPr lang="zh-CN" altLang="en-US" dirty="0"/>
          </a:p>
        </p:txBody>
      </p:sp>
      <p:pic>
        <p:nvPicPr>
          <p:cNvPr id="8" name="Picture 3" descr="C:\Users\wumin\Desktop\++4.png"/>
          <p:cNvPicPr>
            <a:picLocks noChangeAspect="1" noChangeArrowheads="1"/>
          </p:cNvPicPr>
          <p:nvPr userDrawn="1"/>
        </p:nvPicPr>
        <p:blipFill>
          <a:blip r:embed="rId14" cstate="print"/>
          <a:srcRect/>
          <a:stretch>
            <a:fillRect/>
          </a:stretch>
        </p:blipFill>
        <p:spPr bwMode="auto">
          <a:xfrm>
            <a:off x="683461" y="4894073"/>
            <a:ext cx="954087" cy="164306"/>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tags" Target="../tags/tag5.xml"/><Relationship Id="rId7" Type="http://schemas.openxmlformats.org/officeDocument/2006/relationships/diagramLayout" Target="../diagrams/layout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diagramData" Target="../diagrams/data1.xml"/><Relationship Id="rId5" Type="http://schemas.openxmlformats.org/officeDocument/2006/relationships/notesSlide" Target="../notesSlides/notesSlide2.xml"/><Relationship Id="rId10" Type="http://schemas.microsoft.com/office/2007/relationships/diagramDrawing" Target="../diagrams/drawing1.xml"/><Relationship Id="rId4" Type="http://schemas.openxmlformats.org/officeDocument/2006/relationships/slideLayout" Target="../slideLayouts/slideLayout3.xml"/><Relationship Id="rId9" Type="http://schemas.openxmlformats.org/officeDocument/2006/relationships/diagramColors" Target="../diagrams/colors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8.xml"/><Relationship Id="rId7" Type="http://schemas.openxmlformats.org/officeDocument/2006/relationships/image" Target="../media/image8.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7.png"/><Relationship Id="rId5" Type="http://schemas.openxmlformats.org/officeDocument/2006/relationships/notesSlide" Target="../notesSlides/notesSlide3.xml"/><Relationship Id="rId4"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tags" Target="../tags/tag11.xml"/><Relationship Id="rId7" Type="http://schemas.openxmlformats.org/officeDocument/2006/relationships/diagramLayout" Target="../diagrams/layout2.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diagramData" Target="../diagrams/data2.xml"/><Relationship Id="rId5" Type="http://schemas.openxmlformats.org/officeDocument/2006/relationships/notesSlide" Target="../notesSlides/notesSlide4.xml"/><Relationship Id="rId10" Type="http://schemas.microsoft.com/office/2007/relationships/diagramDrawing" Target="../diagrams/drawing2.xml"/><Relationship Id="rId4" Type="http://schemas.openxmlformats.org/officeDocument/2006/relationships/slideLayout" Target="../slideLayouts/slideLayout3.xml"/><Relationship Id="rId9" Type="http://schemas.openxmlformats.org/officeDocument/2006/relationships/diagramColors" Target="../diagrams/colors2.xml"/></Relationships>
</file>

<file path=ppt/slides/_rels/slide6.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notesSlide" Target="../notesSlides/notesSlide5.xml"/><Relationship Id="rId4"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tags" Target="../tags/tag17.xml"/><Relationship Id="rId7" Type="http://schemas.openxmlformats.org/officeDocument/2006/relationships/diagramLayout" Target="../diagrams/layout3.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diagramData" Target="../diagrams/data3.xml"/><Relationship Id="rId5" Type="http://schemas.openxmlformats.org/officeDocument/2006/relationships/notesSlide" Target="../notesSlides/notesSlide6.xml"/><Relationship Id="rId10" Type="http://schemas.microsoft.com/office/2007/relationships/diagramDrawing" Target="../diagrams/drawing3.xml"/><Relationship Id="rId4" Type="http://schemas.openxmlformats.org/officeDocument/2006/relationships/slideLayout" Target="../slideLayouts/slideLayout3.xml"/><Relationship Id="rId9" Type="http://schemas.openxmlformats.org/officeDocument/2006/relationships/diagramColors" Target="../diagrams/colors3.xml"/></Relationships>
</file>

<file path=ppt/slides/_rels/slide8.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notesSlide" Target="../notesSlides/notesSlide7.xml"/><Relationship Id="rId4"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0.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0.png"/><Relationship Id="rId5" Type="http://schemas.openxmlformats.org/officeDocument/2006/relationships/notesSlide" Target="../notesSlides/notesSlide8.xml"/><Relationship Id="rId4"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1.png"/><Relationship Id="rId5" Type="http://schemas.openxmlformats.org/officeDocument/2006/relationships/notesSlide" Target="../notesSlides/notesSlide9.xml"/><Relationship Id="rId4"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30.xml"/><Relationship Id="rId7" Type="http://schemas.openxmlformats.org/officeDocument/2006/relationships/image" Target="../media/image13.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12.png"/><Relationship Id="rId5" Type="http://schemas.openxmlformats.org/officeDocument/2006/relationships/notesSlide" Target="../notesSlides/notesSlide10.xml"/><Relationship Id="rId4"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5.png"/><Relationship Id="rId5" Type="http://schemas.openxmlformats.org/officeDocument/2006/relationships/notesSlide" Target="../notesSlides/notesSlide11.xml"/><Relationship Id="rId4"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6.png"/><Relationship Id="rId5" Type="http://schemas.openxmlformats.org/officeDocument/2006/relationships/notesSlide" Target="../notesSlides/notesSlide12.xml"/><Relationship Id="rId4"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7.png"/><Relationship Id="rId5" Type="http://schemas.openxmlformats.org/officeDocument/2006/relationships/notesSlide" Target="../notesSlides/notesSlide13.xml"/><Relationship Id="rId4"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notesSlide" Target="../notesSlides/notesSlide14.xml"/><Relationship Id="rId4"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tags" Target="../tags/tag45.xml"/><Relationship Id="rId7" Type="http://schemas.openxmlformats.org/officeDocument/2006/relationships/diagramLayout" Target="../diagrams/layout4.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diagramData" Target="../diagrams/data4.xml"/><Relationship Id="rId5" Type="http://schemas.openxmlformats.org/officeDocument/2006/relationships/notesSlide" Target="../notesSlides/notesSlide15.xml"/><Relationship Id="rId10" Type="http://schemas.microsoft.com/office/2007/relationships/diagramDrawing" Target="../diagrams/drawing4.xml"/><Relationship Id="rId4" Type="http://schemas.openxmlformats.org/officeDocument/2006/relationships/slideLayout" Target="../slideLayouts/slideLayout3.xml"/><Relationship Id="rId9" Type="http://schemas.openxmlformats.org/officeDocument/2006/relationships/diagramColors" Target="../diagrams/colors4.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48.xml"/><Relationship Id="rId7" Type="http://schemas.openxmlformats.org/officeDocument/2006/relationships/image" Target="../media/image19.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18.png"/><Relationship Id="rId5" Type="http://schemas.openxmlformats.org/officeDocument/2006/relationships/notesSlide" Target="../notesSlides/notesSlide16.xml"/><Relationship Id="rId4"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notesSlide" Target="../notesSlides/notesSlide17.xml"/><Relationship Id="rId4"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notesSlide" Target="../notesSlides/notesSlide18.xml"/><Relationship Id="rId4"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notesSlide" Target="../notesSlides/notesSlide19.xml"/><Relationship Id="rId4"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21.png"/><Relationship Id="rId5" Type="http://schemas.openxmlformats.org/officeDocument/2006/relationships/notesSlide" Target="../notesSlides/notesSlide20.xml"/><Relationship Id="rId4"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24.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notesSlide" Target="../notesSlides/notesSlide21.xml"/><Relationship Id="rId4"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24.GIF"/><Relationship Id="rId3" Type="http://schemas.openxmlformats.org/officeDocument/2006/relationships/tags" Target="../tags/tag67.xml"/><Relationship Id="rId7" Type="http://schemas.openxmlformats.org/officeDocument/2006/relationships/image" Target="../media/image23.jpe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2.png"/><Relationship Id="rId5" Type="http://schemas.openxmlformats.org/officeDocument/2006/relationships/notesSlide" Target="../notesSlides/notesSlide22.xml"/><Relationship Id="rId4" Type="http://schemas.openxmlformats.org/officeDocument/2006/relationships/slideLayout" Target="../slideLayouts/slideLayout3.xml"/><Relationship Id="rId9" Type="http://schemas.openxmlformats.org/officeDocument/2006/relationships/image" Target="../media/image25.jpeg"/></Relationships>
</file>

<file path=ppt/slides/_rels/slide2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70.xml"/><Relationship Id="rId7" Type="http://schemas.openxmlformats.org/officeDocument/2006/relationships/image" Target="../media/image27.emf"/><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26.emf"/><Relationship Id="rId5" Type="http://schemas.openxmlformats.org/officeDocument/2006/relationships/notesSlide" Target="../notesSlides/notesSlide23.xml"/><Relationship Id="rId4" Type="http://schemas.openxmlformats.org/officeDocument/2006/relationships/slideLayout" Target="../slideLayouts/slideLayout3.xml"/><Relationship Id="rId9"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notesSlide" Target="../notesSlides/notesSlide24.xml"/><Relationship Id="rId4"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9.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notesSlide" Target="../notesSlides/notesSlide25.xml"/><Relationship Id="rId4"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655340" y="4245983"/>
            <a:ext cx="2624930" cy="261610"/>
          </a:xfrm>
          <a:prstGeom prst="rect">
            <a:avLst/>
          </a:prstGeom>
          <a:noFill/>
        </p:spPr>
        <p:txBody>
          <a:bodyPr wrap="square" rtlCol="0">
            <a:spAutoFit/>
          </a:bodyPr>
          <a:lstStyle/>
          <a:p>
            <a:pPr algn="dist"/>
            <a:r>
              <a:rPr kumimoji="1" lang="zh-CN" altLang="en-US" sz="1100" dirty="0">
                <a:solidFill>
                  <a:srgbClr val="0D0D0D"/>
                </a:solidFill>
                <a:latin typeface="方正兰亭中黑简体" panose="02000000000000000000" charset="-122"/>
                <a:ea typeface="方正兰亭中黑简体" panose="02000000000000000000" charset="-122"/>
                <a:cs typeface="FZLanTingHeiS-B-GB"/>
              </a:rPr>
              <a:t>中石化石油化工科学研究院</a:t>
            </a:r>
            <a:r>
              <a:rPr kumimoji="1" lang="zh-CN" altLang="en-US" sz="1100" dirty="0">
                <a:solidFill>
                  <a:srgbClr val="0D0D0D"/>
                </a:solidFill>
                <a:latin typeface="方正兰亭中黑简体" panose="02000000000000000000" charset="-122"/>
                <a:ea typeface="方正兰亭中黑简体" panose="02000000000000000000" charset="-122"/>
                <a:cs typeface="FZLanTingHeiS-B-GB"/>
                <a:sym typeface="+mn-ea"/>
              </a:rPr>
              <a:t>有限公司</a:t>
            </a:r>
          </a:p>
        </p:txBody>
      </p:sp>
      <p:sp>
        <p:nvSpPr>
          <p:cNvPr id="29" name="文本框 28"/>
          <p:cNvSpPr txBox="1"/>
          <p:nvPr/>
        </p:nvSpPr>
        <p:spPr>
          <a:xfrm>
            <a:off x="655340" y="4458171"/>
            <a:ext cx="2768950" cy="184666"/>
          </a:xfrm>
          <a:prstGeom prst="rect">
            <a:avLst/>
          </a:prstGeom>
          <a:noFill/>
        </p:spPr>
        <p:txBody>
          <a:bodyPr wrap="square" rtlCol="0">
            <a:spAutoFit/>
          </a:bodyPr>
          <a:lstStyle/>
          <a:p>
            <a:r>
              <a:rPr kumimoji="1" lang="en-US" altLang="zh-CN" sz="600" b="1" kern="1600" spc="30" dirty="0">
                <a:solidFill>
                  <a:schemeClr val="tx1">
                    <a:lumMod val="95000"/>
                    <a:lumOff val="5000"/>
                  </a:schemeClr>
                </a:solidFill>
                <a:latin typeface="Arial" panose="020B0604020202020204"/>
                <a:ea typeface="HYDaSongJ"/>
                <a:cs typeface="Arial" panose="020B0604020202020204"/>
              </a:rPr>
              <a:t>SINOPEC Research Institute of Petroleum Processing </a:t>
            </a:r>
            <a:r>
              <a:rPr kumimoji="1" lang="en-US" altLang="zh-CN" sz="600" b="1" kern="1600" spc="30" dirty="0" err="1">
                <a:solidFill>
                  <a:schemeClr val="tx1">
                    <a:lumMod val="95000"/>
                    <a:lumOff val="5000"/>
                  </a:schemeClr>
                </a:solidFill>
                <a:latin typeface="Arial" panose="020B0604020202020204"/>
                <a:ea typeface="HYDaSongJ"/>
                <a:cs typeface="Arial" panose="020B0604020202020204"/>
              </a:rPr>
              <a:t>Co.,Ltd</a:t>
            </a:r>
            <a:r>
              <a:rPr kumimoji="1" lang="en-US" altLang="zh-CN" sz="600" b="1" kern="1600" spc="30" dirty="0">
                <a:solidFill>
                  <a:schemeClr val="tx1">
                    <a:lumMod val="95000"/>
                    <a:lumOff val="5000"/>
                  </a:schemeClr>
                </a:solidFill>
                <a:latin typeface="Arial" panose="020B0604020202020204"/>
                <a:ea typeface="HYDaSongJ"/>
                <a:cs typeface="Arial" panose="020B0604020202020204"/>
              </a:rPr>
              <a:t>.</a:t>
            </a:r>
          </a:p>
        </p:txBody>
      </p:sp>
      <p:pic>
        <p:nvPicPr>
          <p:cNvPr id="3" name="图片 2" descr="中国石化标识-01.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80390" y="339440"/>
            <a:ext cx="1475570" cy="540541"/>
          </a:xfrm>
          <a:prstGeom prst="rect">
            <a:avLst/>
          </a:prstGeom>
        </p:spPr>
      </p:pic>
      <p:sp>
        <p:nvSpPr>
          <p:cNvPr id="2" name="文本框 25">
            <a:extLst>
              <a:ext uri="{FF2B5EF4-FFF2-40B4-BE49-F238E27FC236}">
                <a16:creationId xmlns:a16="http://schemas.microsoft.com/office/drawing/2014/main" id="{94A77D88-A624-7ADE-CF5B-F5E8410DCB87}"/>
              </a:ext>
            </a:extLst>
          </p:cNvPr>
          <p:cNvSpPr txBox="1"/>
          <p:nvPr/>
        </p:nvSpPr>
        <p:spPr>
          <a:xfrm>
            <a:off x="886777" y="793210"/>
            <a:ext cx="7370445" cy="597917"/>
          </a:xfrm>
          <a:prstGeom prst="rect">
            <a:avLst/>
          </a:prstGeom>
          <a:noFill/>
        </p:spPr>
        <p:txBody>
          <a:bodyPr wrap="square" lIns="91437" tIns="45718" rIns="91437" bIns="45718" rtlCol="0">
            <a:spAutoFit/>
          </a:bodyPr>
          <a:lstStyle/>
          <a:p>
            <a:pPr algn="ctr">
              <a:lnSpc>
                <a:spcPct val="130000"/>
              </a:lnSpc>
            </a:pPr>
            <a:r>
              <a:rPr kumimoji="1" lang="zh-CN" altLang="en-US" sz="2800" b="1" dirty="0">
                <a:solidFill>
                  <a:srgbClr val="FF0000"/>
                </a:solidFill>
                <a:latin typeface="微软雅黑" panose="020B0503020204020204" pitchFamily="34" charset="-122"/>
                <a:ea typeface="微软雅黑" panose="020B0503020204020204" pitchFamily="34" charset="-122"/>
                <a:cs typeface="思源黑体 CN Medium" panose="020B0600000000000000" charset="-122"/>
              </a:rPr>
              <a:t>废尼龙</a:t>
            </a:r>
            <a:r>
              <a:rPr kumimoji="1" lang="en-US" altLang="zh-CN" sz="2800" b="1" dirty="0">
                <a:solidFill>
                  <a:srgbClr val="FF0000"/>
                </a:solidFill>
                <a:latin typeface="微软雅黑" panose="020B0503020204020204" pitchFamily="34" charset="-122"/>
                <a:ea typeface="微软雅黑" panose="020B0503020204020204" pitchFamily="34" charset="-122"/>
                <a:cs typeface="思源黑体 CN Medium" panose="020B0600000000000000" charset="-122"/>
              </a:rPr>
              <a:t>6</a:t>
            </a:r>
            <a:r>
              <a:rPr kumimoji="1" lang="zh-CN" altLang="en-US" sz="2800" b="1" dirty="0">
                <a:solidFill>
                  <a:srgbClr val="FF0000"/>
                </a:solidFill>
                <a:latin typeface="微软雅黑" panose="020B0503020204020204" pitchFamily="34" charset="-122"/>
                <a:ea typeface="微软雅黑" panose="020B0503020204020204" pitchFamily="34" charset="-122"/>
                <a:cs typeface="思源黑体 CN Medium" panose="020B0600000000000000" charset="-122"/>
              </a:rPr>
              <a:t>中己内酰胺单体的回收</a:t>
            </a:r>
          </a:p>
        </p:txBody>
      </p:sp>
      <p:sp>
        <p:nvSpPr>
          <p:cNvPr id="4" name="矩形 3">
            <a:extLst>
              <a:ext uri="{FF2B5EF4-FFF2-40B4-BE49-F238E27FC236}">
                <a16:creationId xmlns:a16="http://schemas.microsoft.com/office/drawing/2014/main" id="{E6BE27D3-C87D-BE92-A9C2-63DE19F79AAB}"/>
              </a:ext>
            </a:extLst>
          </p:cNvPr>
          <p:cNvSpPr/>
          <p:nvPr>
            <p:custDataLst>
              <p:tags r:id="rId1"/>
            </p:custDataLst>
          </p:nvPr>
        </p:nvSpPr>
        <p:spPr>
          <a:xfrm>
            <a:off x="3241257" y="1344028"/>
            <a:ext cx="5581015" cy="1508490"/>
          </a:xfrm>
          <a:prstGeom prst="rect">
            <a:avLst/>
          </a:prstGeom>
        </p:spPr>
        <p:txBody>
          <a:bodyPr wrap="square">
            <a:spAutoFit/>
          </a:bodyPr>
          <a:lstStyle/>
          <a:p>
            <a:pPr>
              <a:lnSpc>
                <a:spcPct val="170000"/>
              </a:lnSpc>
            </a:pPr>
            <a:r>
              <a:rPr kumimoji="1" lang="zh-CN" altLang="en-US"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汇报人：戴超</a:t>
            </a:r>
            <a:endParaRPr kumimoji="1" lang="en-US" altLang="zh-CN"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70000"/>
              </a:lnSpc>
            </a:pPr>
            <a:r>
              <a:rPr kumimoji="1" lang="zh-CN" altLang="en-US"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指导教师：李强 正高级工程师</a:t>
            </a:r>
            <a:endParaRPr kumimoji="1" lang="en-US" altLang="zh-CN"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70000"/>
              </a:lnSpc>
            </a:pPr>
            <a:r>
              <a:rPr kumimoji="1" lang="zh-CN" altLang="en-US"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协助教师：谢丽  副研究员</a:t>
            </a:r>
            <a:endParaRPr kumimoji="1" lang="en-US" altLang="zh-CN"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70000"/>
              </a:lnSpc>
            </a:pPr>
            <a:r>
              <a:rPr kumimoji="1" lang="en-US" altLang="zh-CN"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2024</a:t>
            </a:r>
            <a:r>
              <a:rPr kumimoji="1" lang="zh-CN" altLang="en-US"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kumimoji="1" lang="en-US" altLang="zh-CN"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a:t>
            </a:r>
            <a:r>
              <a:rPr kumimoji="1" lang="zh-CN" altLang="en-US"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r>
              <a:rPr kumimoji="1" lang="en-US" altLang="zh-CN"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24</a:t>
            </a:r>
            <a:r>
              <a:rPr kumimoji="1" lang="zh-CN" altLang="en-US" sz="1400" b="1" kern="20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65049" y="1333013"/>
            <a:ext cx="1416524" cy="461665"/>
          </a:xfrm>
          <a:prstGeom prst="rect">
            <a:avLst/>
          </a:prstGeom>
        </p:spPr>
        <p:txBody>
          <a:bodyPr wrap="none">
            <a:spAutoFit/>
          </a:bodyPr>
          <a:lstStyle/>
          <a:p>
            <a:r>
              <a:rPr lang="en-US" altLang="zh-CN" sz="2400" dirty="0">
                <a:solidFill>
                  <a:schemeClr val="bg1"/>
                </a:solidFill>
                <a:latin typeface="Arial" panose="020B0604020202020204"/>
                <a:cs typeface="Arial" panose="020B0604020202020204"/>
              </a:rPr>
              <a:t>Contents</a:t>
            </a:r>
            <a:endParaRPr lang="zh-CN" altLang="en-US" sz="2400" dirty="0">
              <a:solidFill>
                <a:schemeClr val="bg1"/>
              </a:solidFill>
              <a:latin typeface="Arial" panose="020B0604020202020204"/>
              <a:cs typeface="Arial" panose="020B0604020202020204"/>
            </a:endParaRPr>
          </a:p>
        </p:txBody>
      </p:sp>
      <p:sp>
        <p:nvSpPr>
          <p:cNvPr id="3" name="矩形 2"/>
          <p:cNvSpPr/>
          <p:nvPr/>
        </p:nvSpPr>
        <p:spPr>
          <a:xfrm>
            <a:off x="7560749" y="1707630"/>
            <a:ext cx="889987" cy="461665"/>
          </a:xfrm>
          <a:prstGeom prst="rect">
            <a:avLst/>
          </a:prstGeom>
        </p:spPr>
        <p:txBody>
          <a:bodyPr wrap="none">
            <a:spAutoFit/>
          </a:bodyPr>
          <a:lstStyle/>
          <a:p>
            <a:r>
              <a:rPr lang="zh-CN" altLang="en-US" sz="2400" dirty="0">
                <a:solidFill>
                  <a:srgbClr val="FFFFFF"/>
                </a:solidFill>
                <a:latin typeface="方正兰亭中黑简体" panose="02000000000000000000" charset="-122"/>
                <a:ea typeface="方正兰亭中黑简体" panose="02000000000000000000" charset="-122"/>
              </a:rPr>
              <a:t>目 录</a:t>
            </a:r>
          </a:p>
        </p:txBody>
      </p:sp>
      <p:sp>
        <p:nvSpPr>
          <p:cNvPr id="5" name="矩形 4">
            <a:extLst>
              <a:ext uri="{FF2B5EF4-FFF2-40B4-BE49-F238E27FC236}">
                <a16:creationId xmlns:a16="http://schemas.microsoft.com/office/drawing/2014/main" id="{ABEB48CB-B19B-703A-0DFB-59DC2E99FEC5}"/>
              </a:ext>
            </a:extLst>
          </p:cNvPr>
          <p:cNvSpPr/>
          <p:nvPr>
            <p:custDataLst>
              <p:tags r:id="rId1"/>
            </p:custDataLst>
          </p:nvPr>
        </p:nvSpPr>
        <p:spPr>
          <a:xfrm>
            <a:off x="1404620" y="1281430"/>
            <a:ext cx="5400675" cy="3482975"/>
          </a:xfrm>
          <a:prstGeom prst="rect">
            <a:avLst/>
          </a:prstGeom>
        </p:spPr>
        <p:txBody>
          <a:bodyPr wrap="square" lIns="91437" tIns="45718" rIns="91437" bIns="45718">
            <a:noAutofit/>
          </a:bodyPr>
          <a:lstStyle/>
          <a:p>
            <a:pPr indent="0" fontAlgn="auto">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cs typeface="Heiti SC Light"/>
              </a:rPr>
              <a:t>一、研究背景</a:t>
            </a:r>
            <a:endParaRPr lang="en-US" altLang="zh-CN" sz="2800" b="1" dirty="0">
              <a:solidFill>
                <a:srgbClr val="FF0000"/>
              </a:solidFill>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二、</a:t>
            </a:r>
            <a:r>
              <a:rPr lang="zh-CN" altLang="en-US" sz="2800" b="1" dirty="0">
                <a:solidFill>
                  <a:schemeClr val="tx1"/>
                </a:solidFill>
                <a:latin typeface="微软雅黑" panose="020B0503020204020204" pitchFamily="34" charset="-122"/>
                <a:ea typeface="微软雅黑" panose="020B0503020204020204" pitchFamily="34" charset="-122"/>
                <a:cs typeface="Heiti SC Light"/>
              </a:rPr>
              <a:t>文献综述</a:t>
            </a:r>
            <a:endParaRPr lang="en-US" altLang="zh-CN" sz="2800" b="1" dirty="0">
              <a:solidFill>
                <a:schemeClr val="tx1"/>
              </a:solidFill>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三、研究内容</a:t>
            </a:r>
            <a:endParaRPr lang="en-US" altLang="zh-CN" sz="2800" b="1" dirty="0">
              <a:solidFill>
                <a:schemeClr val="tx1"/>
              </a:solidFill>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四、实验安排</a:t>
            </a:r>
            <a:endParaRPr lang="en-US" altLang="zh-CN" sz="2800" b="1" dirty="0">
              <a:latin typeface="微软雅黑" panose="020B0503020204020204" pitchFamily="34" charset="-122"/>
              <a:ea typeface="微软雅黑" panose="020B0503020204020204" pitchFamily="34" charset="-122"/>
              <a:cs typeface="Heiti SC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3</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6" name="Title 6">
            <a:extLst>
              <a:ext uri="{FF2B5EF4-FFF2-40B4-BE49-F238E27FC236}">
                <a16:creationId xmlns:a16="http://schemas.microsoft.com/office/drawing/2014/main" id="{50AE8E57-AFF9-DF42-79B4-AA3066677A73}"/>
              </a:ext>
            </a:extLst>
          </p:cNvPr>
          <p:cNvSpPr txBox="1"/>
          <p:nvPr>
            <p:custDataLst>
              <p:tags r:id="rId3"/>
            </p:custDataLst>
          </p:nvPr>
        </p:nvSpPr>
        <p:spPr>
          <a:xfrm>
            <a:off x="468629" y="41275"/>
            <a:ext cx="3704359" cy="37973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一、研究背景</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graphicFrame>
        <p:nvGraphicFramePr>
          <p:cNvPr id="8" name="图示 7">
            <a:extLst>
              <a:ext uri="{FF2B5EF4-FFF2-40B4-BE49-F238E27FC236}">
                <a16:creationId xmlns:a16="http://schemas.microsoft.com/office/drawing/2014/main" id="{218CF6C4-FA89-0C50-3EDD-2C4C2410D988}"/>
              </a:ext>
            </a:extLst>
          </p:cNvPr>
          <p:cNvGraphicFramePr/>
          <p:nvPr>
            <p:extLst>
              <p:ext uri="{D42A27DB-BD31-4B8C-83A1-F6EECF244321}">
                <p14:modId xmlns:p14="http://schemas.microsoft.com/office/powerpoint/2010/main" val="2979542641"/>
              </p:ext>
            </p:extLst>
          </p:nvPr>
        </p:nvGraphicFramePr>
        <p:xfrm>
          <a:off x="161312" y="629203"/>
          <a:ext cx="8821371" cy="2250829"/>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1" name="文本框 10">
            <a:extLst>
              <a:ext uri="{FF2B5EF4-FFF2-40B4-BE49-F238E27FC236}">
                <a16:creationId xmlns:a16="http://schemas.microsoft.com/office/drawing/2014/main" id="{20418A2F-6945-BB8A-E5D3-F28CE5DF89E6}"/>
              </a:ext>
            </a:extLst>
          </p:cNvPr>
          <p:cNvSpPr txBox="1"/>
          <p:nvPr/>
        </p:nvSpPr>
        <p:spPr>
          <a:xfrm>
            <a:off x="232509" y="3425771"/>
            <a:ext cx="8638903" cy="507831"/>
          </a:xfrm>
          <a:prstGeom prst="rect">
            <a:avLst/>
          </a:prstGeom>
          <a:noFill/>
          <a:ln w="19050">
            <a:solidFill>
              <a:srgbClr val="0F6FC6"/>
            </a:solidFill>
            <a:prstDash val="dash"/>
          </a:ln>
        </p:spPr>
        <p:txBody>
          <a:bodyPr wrap="none" rtlCol="0">
            <a:spAutoFit/>
          </a:bodyPr>
          <a:lstStyle/>
          <a:p>
            <a:r>
              <a:rPr lang="zh-CN" altLang="en-US" sz="1350" dirty="0">
                <a:latin typeface="Times New Roman" panose="02020603050405020304" pitchFamily="18" charset="0"/>
                <a:ea typeface="微软雅黑" panose="020B0503020204020204" pitchFamily="34" charset="-122"/>
                <a:cs typeface="Times New Roman" panose="02020603050405020304" pitchFamily="18" charset="0"/>
              </a:rPr>
              <a:t>尼龙</a:t>
            </a:r>
            <a:r>
              <a:rPr lang="en-US" altLang="zh-CN" sz="135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350" dirty="0">
                <a:latin typeface="Times New Roman" panose="02020603050405020304" pitchFamily="18" charset="0"/>
                <a:ea typeface="微软雅黑" panose="020B0503020204020204" pitchFamily="34" charset="-122"/>
                <a:cs typeface="Times New Roman" panose="02020603050405020304" pitchFamily="18" charset="0"/>
              </a:rPr>
              <a:t>按用途分类可分为纤维级、工程塑料级、拉膜级切片和尼龙复合材料。</a:t>
            </a:r>
            <a:r>
              <a:rPr lang="en-US" altLang="zh-CN" sz="1350" b="0" i="0" dirty="0">
                <a:solidFill>
                  <a:srgbClr val="222222"/>
                </a:solidFill>
                <a:effectLst/>
                <a:highlight>
                  <a:srgbClr val="FFFFFF"/>
                </a:highlight>
                <a:latin typeface="Times New Roman" panose="02020603050405020304" pitchFamily="18" charset="0"/>
                <a:ea typeface="微软雅黑" panose="020B0503020204020204" pitchFamily="34" charset="-122"/>
                <a:cs typeface="Times New Roman" panose="02020603050405020304" pitchFamily="18" charset="0"/>
              </a:rPr>
              <a:t>55%</a:t>
            </a:r>
            <a:r>
              <a:rPr lang="zh-CN" altLang="en-US" sz="1350" b="0" i="0" dirty="0">
                <a:solidFill>
                  <a:srgbClr val="222222"/>
                </a:solidFill>
                <a:effectLst/>
                <a:highlight>
                  <a:srgbClr val="FFFFFF"/>
                </a:highlight>
                <a:latin typeface="Times New Roman" panose="02020603050405020304" pitchFamily="18" charset="0"/>
                <a:ea typeface="微软雅黑" panose="020B0503020204020204" pitchFamily="34" charset="-122"/>
                <a:cs typeface="Times New Roman" panose="02020603050405020304" pitchFamily="18" charset="0"/>
              </a:rPr>
              <a:t>以上的尼龙</a:t>
            </a:r>
            <a:r>
              <a:rPr lang="en-US" altLang="zh-CN" sz="1350" b="0" i="0" dirty="0">
                <a:solidFill>
                  <a:srgbClr val="222222"/>
                </a:solidFill>
                <a:effectLst/>
                <a:highlight>
                  <a:srgbClr val="FFFFFF"/>
                </a:highlight>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350" b="0" i="0" dirty="0">
                <a:solidFill>
                  <a:srgbClr val="222222"/>
                </a:solidFill>
                <a:effectLst/>
                <a:highlight>
                  <a:srgbClr val="FFFFFF"/>
                </a:highlight>
                <a:latin typeface="Times New Roman" panose="02020603050405020304" pitchFamily="18" charset="0"/>
                <a:ea typeface="微软雅黑" panose="020B0503020204020204" pitchFamily="34" charset="-122"/>
                <a:cs typeface="Times New Roman" panose="02020603050405020304" pitchFamily="18" charset="0"/>
              </a:rPr>
              <a:t>切片用于</a:t>
            </a:r>
            <a:r>
              <a:rPr lang="zh-CN" altLang="en-US" sz="1350" b="0" i="0" dirty="0">
                <a:solidFill>
                  <a:srgbClr val="FF0000"/>
                </a:solidFill>
                <a:effectLst/>
                <a:highlight>
                  <a:srgbClr val="FFFFFF"/>
                </a:highlight>
                <a:latin typeface="Times New Roman" panose="02020603050405020304" pitchFamily="18" charset="0"/>
                <a:ea typeface="微软雅黑" panose="020B0503020204020204" pitchFamily="34" charset="-122"/>
                <a:cs typeface="Times New Roman" panose="02020603050405020304" pitchFamily="18" charset="0"/>
              </a:rPr>
              <a:t>生产各种</a:t>
            </a:r>
            <a:endParaRPr lang="en-US" altLang="zh-CN" sz="1350" b="0" i="0" dirty="0">
              <a:solidFill>
                <a:srgbClr val="FF0000"/>
              </a:solidFill>
              <a:effectLst/>
              <a:highlight>
                <a:srgbClr val="FFFFFF"/>
              </a:highligh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350" b="0" i="0" dirty="0">
                <a:solidFill>
                  <a:srgbClr val="FF0000"/>
                </a:solidFill>
                <a:effectLst/>
                <a:highlight>
                  <a:srgbClr val="FFFFFF"/>
                </a:highlight>
                <a:latin typeface="Times New Roman" panose="02020603050405020304" pitchFamily="18" charset="0"/>
                <a:ea typeface="微软雅黑" panose="020B0503020204020204" pitchFamily="34" charset="-122"/>
                <a:cs typeface="Times New Roman" panose="02020603050405020304" pitchFamily="18" charset="0"/>
              </a:rPr>
              <a:t>民用和工业用纤维</a:t>
            </a:r>
            <a:r>
              <a:rPr lang="zh-CN" altLang="en-US" sz="1350" b="0" i="0" dirty="0">
                <a:solidFill>
                  <a:srgbClr val="222222"/>
                </a:solidFill>
                <a:effectLst/>
                <a:highlight>
                  <a:srgbClr val="FFFFFF"/>
                </a:highlight>
                <a:latin typeface="Times New Roman" panose="02020603050405020304" pitchFamily="18" charset="0"/>
                <a:ea typeface="微软雅黑" panose="020B0503020204020204" pitchFamily="34" charset="-122"/>
                <a:cs typeface="Times New Roman" panose="02020603050405020304" pitchFamily="18" charset="0"/>
              </a:rPr>
              <a:t>，约</a:t>
            </a:r>
            <a:r>
              <a:rPr lang="en-US" altLang="zh-CN" sz="1350" b="0" i="0" dirty="0">
                <a:solidFill>
                  <a:srgbClr val="222222"/>
                </a:solidFill>
                <a:effectLst/>
                <a:highlight>
                  <a:srgbClr val="FFFFFF"/>
                </a:highlight>
                <a:latin typeface="Times New Roman" panose="02020603050405020304" pitchFamily="18" charset="0"/>
                <a:ea typeface="微软雅黑" panose="020B0503020204020204" pitchFamily="34" charset="-122"/>
                <a:cs typeface="Times New Roman" panose="02020603050405020304" pitchFamily="18" charset="0"/>
              </a:rPr>
              <a:t>45%</a:t>
            </a:r>
            <a:r>
              <a:rPr lang="zh-CN" altLang="en-US" sz="1350" b="0" i="0" dirty="0">
                <a:solidFill>
                  <a:srgbClr val="222222"/>
                </a:solidFill>
                <a:effectLst/>
                <a:highlight>
                  <a:srgbClr val="FFFFFF"/>
                </a:highlight>
                <a:latin typeface="Times New Roman" panose="02020603050405020304" pitchFamily="18" charset="0"/>
                <a:ea typeface="微软雅黑" panose="020B0503020204020204" pitchFamily="34" charset="-122"/>
                <a:cs typeface="Times New Roman" panose="02020603050405020304" pitchFamily="18" charset="0"/>
              </a:rPr>
              <a:t>的切片用于汽车、电子电气、铁路和包装材料等领域。</a:t>
            </a:r>
            <a:endParaRPr lang="zh-CN" altLang="en-US" sz="135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4</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1DA78742-1723-A611-1E3E-147945D38289}"/>
              </a:ext>
            </a:extLst>
          </p:cNvPr>
          <p:cNvSpPr txBox="1"/>
          <p:nvPr>
            <p:custDataLst>
              <p:tags r:id="rId3"/>
            </p:custDataLst>
          </p:nvPr>
        </p:nvSpPr>
        <p:spPr>
          <a:xfrm>
            <a:off x="468629" y="41275"/>
            <a:ext cx="3704359" cy="37973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一、研究背景</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a:extLst>
              <a:ext uri="{FF2B5EF4-FFF2-40B4-BE49-F238E27FC236}">
                <a16:creationId xmlns:a16="http://schemas.microsoft.com/office/drawing/2014/main" id="{B6821D3A-A8E9-1DAE-DA22-4E54E5A11016}"/>
              </a:ext>
            </a:extLst>
          </p:cNvPr>
          <p:cNvPicPr>
            <a:picLocks noChangeAspect="1"/>
          </p:cNvPicPr>
          <p:nvPr/>
        </p:nvPicPr>
        <p:blipFill>
          <a:blip r:embed="rId6"/>
          <a:stretch>
            <a:fillRect/>
          </a:stretch>
        </p:blipFill>
        <p:spPr>
          <a:xfrm>
            <a:off x="72355" y="695003"/>
            <a:ext cx="2906704" cy="1845267"/>
          </a:xfrm>
          <a:prstGeom prst="rect">
            <a:avLst/>
          </a:prstGeom>
        </p:spPr>
      </p:pic>
      <p:pic>
        <p:nvPicPr>
          <p:cNvPr id="10" name="图片 9">
            <a:extLst>
              <a:ext uri="{FF2B5EF4-FFF2-40B4-BE49-F238E27FC236}">
                <a16:creationId xmlns:a16="http://schemas.microsoft.com/office/drawing/2014/main" id="{D23C1E72-3F93-EC6E-E299-22A662CABB67}"/>
              </a:ext>
            </a:extLst>
          </p:cNvPr>
          <p:cNvPicPr>
            <a:picLocks noChangeAspect="1"/>
          </p:cNvPicPr>
          <p:nvPr/>
        </p:nvPicPr>
        <p:blipFill>
          <a:blip r:embed="rId7"/>
          <a:stretch>
            <a:fillRect/>
          </a:stretch>
        </p:blipFill>
        <p:spPr>
          <a:xfrm>
            <a:off x="3083034" y="695003"/>
            <a:ext cx="2906704" cy="1830296"/>
          </a:xfrm>
          <a:prstGeom prst="rect">
            <a:avLst/>
          </a:prstGeom>
        </p:spPr>
      </p:pic>
      <p:pic>
        <p:nvPicPr>
          <p:cNvPr id="12" name="图片 11">
            <a:extLst>
              <a:ext uri="{FF2B5EF4-FFF2-40B4-BE49-F238E27FC236}">
                <a16:creationId xmlns:a16="http://schemas.microsoft.com/office/drawing/2014/main" id="{D10D22D1-EAEE-D870-8BCD-B31999214AA5}"/>
              </a:ext>
            </a:extLst>
          </p:cNvPr>
          <p:cNvPicPr>
            <a:picLocks noChangeAspect="1"/>
          </p:cNvPicPr>
          <p:nvPr/>
        </p:nvPicPr>
        <p:blipFill>
          <a:blip r:embed="rId8"/>
          <a:stretch>
            <a:fillRect/>
          </a:stretch>
        </p:blipFill>
        <p:spPr>
          <a:xfrm>
            <a:off x="6093713" y="689271"/>
            <a:ext cx="2906705" cy="1836028"/>
          </a:xfrm>
          <a:prstGeom prst="rect">
            <a:avLst/>
          </a:prstGeom>
        </p:spPr>
      </p:pic>
      <p:sp>
        <p:nvSpPr>
          <p:cNvPr id="13" name="文本框 12">
            <a:extLst>
              <a:ext uri="{FF2B5EF4-FFF2-40B4-BE49-F238E27FC236}">
                <a16:creationId xmlns:a16="http://schemas.microsoft.com/office/drawing/2014/main" id="{6A79B83A-8B6E-B8FC-B7C9-3C682AC480F2}"/>
              </a:ext>
            </a:extLst>
          </p:cNvPr>
          <p:cNvSpPr txBox="1"/>
          <p:nvPr/>
        </p:nvSpPr>
        <p:spPr>
          <a:xfrm>
            <a:off x="72355" y="3013630"/>
            <a:ext cx="7917552" cy="1131079"/>
          </a:xfrm>
          <a:prstGeom prst="rect">
            <a:avLst/>
          </a:prstGeom>
          <a:noFill/>
        </p:spPr>
        <p:txBody>
          <a:bodyPr wrap="none" rtlCol="0">
            <a:spAutoFit/>
          </a:bodyPr>
          <a:lstStyle/>
          <a:p>
            <a:pPr indent="-285750">
              <a:buFont typeface="Wingdings" panose="05000000000000000000" pitchFamily="2" charset="2"/>
              <a:buChar char="Ø"/>
            </a:pPr>
            <a:r>
              <a:rPr lang="zh-CN" altLang="en-US" sz="1350" dirty="0">
                <a:latin typeface="Times New Roman" panose="02020603050405020304" pitchFamily="18" charset="0"/>
                <a:ea typeface="微软雅黑" panose="020B0503020204020204" pitchFamily="34" charset="-122"/>
                <a:cs typeface="Times New Roman" panose="02020603050405020304" pitchFamily="18" charset="0"/>
              </a:rPr>
              <a:t>从市场供给情况来看，我国</a:t>
            </a:r>
            <a:r>
              <a:rPr lang="en-US" altLang="zh-CN" sz="135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PA6</a:t>
            </a:r>
            <a:r>
              <a:rPr lang="zh-CN" altLang="en-US" sz="135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产能持续增长</a:t>
            </a:r>
            <a:r>
              <a:rPr lang="zh-CN" altLang="en-US" sz="135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350" dirty="0">
              <a:latin typeface="Times New Roman" panose="02020603050405020304" pitchFamily="18" charset="0"/>
              <a:ea typeface="微软雅黑" panose="020B0503020204020204" pitchFamily="34" charset="-122"/>
              <a:cs typeface="Times New Roman" panose="02020603050405020304" pitchFamily="18" charset="0"/>
            </a:endParaRPr>
          </a:p>
          <a:p>
            <a:pPr indent="-285750">
              <a:buFont typeface="Wingdings" panose="05000000000000000000" pitchFamily="2" charset="2"/>
              <a:buChar char="Ø"/>
            </a:pPr>
            <a:endParaRPr lang="en-US" altLang="zh-CN" sz="1350" dirty="0">
              <a:latin typeface="Times New Roman" panose="02020603050405020304" pitchFamily="18" charset="0"/>
              <a:ea typeface="微软雅黑" panose="020B0503020204020204" pitchFamily="34" charset="-122"/>
              <a:cs typeface="Times New Roman" panose="02020603050405020304" pitchFamily="18" charset="0"/>
            </a:endParaRPr>
          </a:p>
          <a:p>
            <a:pPr indent="-285750">
              <a:buFont typeface="Wingdings" panose="05000000000000000000" pitchFamily="2" charset="2"/>
              <a:buChar char="Ø"/>
            </a:pPr>
            <a:r>
              <a:rPr lang="zh-CN" altLang="en-US" sz="1350" dirty="0">
                <a:latin typeface="Times New Roman" panose="02020603050405020304" pitchFamily="18" charset="0"/>
                <a:ea typeface="微软雅黑" panose="020B0503020204020204" pitchFamily="34" charset="-122"/>
                <a:cs typeface="Times New Roman" panose="02020603050405020304" pitchFamily="18" charset="0"/>
              </a:rPr>
              <a:t>受益于国内纺织品行业的持续发展和锦纶行业不断扩张，国内</a:t>
            </a:r>
            <a:r>
              <a:rPr lang="zh-CN" altLang="en-US" sz="135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对高速纺尼龙切片的需求不断增加</a:t>
            </a:r>
            <a:r>
              <a:rPr lang="zh-CN" altLang="en-US" sz="135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350" dirty="0">
              <a:latin typeface="Times New Roman" panose="02020603050405020304" pitchFamily="18" charset="0"/>
              <a:ea typeface="微软雅黑" panose="020B0503020204020204" pitchFamily="34" charset="-122"/>
              <a:cs typeface="Times New Roman" panose="02020603050405020304" pitchFamily="18" charset="0"/>
            </a:endParaRPr>
          </a:p>
          <a:p>
            <a:pPr indent="-285750">
              <a:buFont typeface="Wingdings" panose="05000000000000000000" pitchFamily="2" charset="2"/>
              <a:buChar char="Ø"/>
            </a:pPr>
            <a:endParaRPr lang="en-US" altLang="zh-CN" sz="1350" dirty="0">
              <a:latin typeface="Times New Roman" panose="02020603050405020304" pitchFamily="18" charset="0"/>
              <a:ea typeface="微软雅黑" panose="020B0503020204020204" pitchFamily="34" charset="-122"/>
              <a:cs typeface="Times New Roman" panose="02020603050405020304" pitchFamily="18" charset="0"/>
            </a:endParaRPr>
          </a:p>
          <a:p>
            <a:pPr indent="-285750">
              <a:buFont typeface="Wingdings" panose="05000000000000000000" pitchFamily="2" charset="2"/>
              <a:buChar char="Ø"/>
            </a:pPr>
            <a:r>
              <a:rPr lang="zh-CN" altLang="en-US" sz="1350" dirty="0">
                <a:latin typeface="Times New Roman" panose="02020603050405020304" pitchFamily="18" charset="0"/>
                <a:ea typeface="微软雅黑" panose="020B0503020204020204" pitchFamily="34" charset="-122"/>
                <a:cs typeface="Times New Roman" panose="02020603050405020304" pitchFamily="18" charset="0"/>
              </a:rPr>
              <a:t>从市场价格走势情况来看，</a:t>
            </a:r>
            <a:r>
              <a:rPr lang="zh-CN" altLang="en-US" sz="135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市场价格整体呈现上涨趋势</a:t>
            </a:r>
            <a:r>
              <a:rPr lang="zh-CN" altLang="en-US" sz="135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3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C493BE84-1CE9-0BC9-755B-5726D017A984}"/>
              </a:ext>
            </a:extLst>
          </p:cNvPr>
          <p:cNvSpPr txBox="1"/>
          <p:nvPr/>
        </p:nvSpPr>
        <p:spPr>
          <a:xfrm>
            <a:off x="1187530" y="2571750"/>
            <a:ext cx="428322"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1</a:t>
            </a:r>
            <a:endParaRPr lang="zh-CN" altLang="en-US" sz="1200"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DEC12B9B-2FD6-18D4-9B72-701262B6E277}"/>
              </a:ext>
            </a:extLst>
          </p:cNvPr>
          <p:cNvSpPr txBox="1"/>
          <p:nvPr/>
        </p:nvSpPr>
        <p:spPr>
          <a:xfrm>
            <a:off x="4427980" y="2541860"/>
            <a:ext cx="428322"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2</a:t>
            </a:r>
            <a:endParaRPr lang="zh-CN" altLang="en-US" sz="12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1DFBFDEA-1CD6-1C87-9914-87E6152F1391}"/>
              </a:ext>
            </a:extLst>
          </p:cNvPr>
          <p:cNvSpPr txBox="1"/>
          <p:nvPr/>
        </p:nvSpPr>
        <p:spPr>
          <a:xfrm>
            <a:off x="7722200" y="2540270"/>
            <a:ext cx="428322"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3</a:t>
            </a:r>
            <a:endParaRPr lang="zh-CN" altLang="en-US" sz="1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77260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5</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8" name="Title 6">
            <a:extLst>
              <a:ext uri="{FF2B5EF4-FFF2-40B4-BE49-F238E27FC236}">
                <a16:creationId xmlns:a16="http://schemas.microsoft.com/office/drawing/2014/main" id="{FAB6CF8A-7549-7DF6-9890-744535FB6F42}"/>
              </a:ext>
            </a:extLst>
          </p:cNvPr>
          <p:cNvSpPr txBox="1"/>
          <p:nvPr>
            <p:custDataLst>
              <p:tags r:id="rId3"/>
            </p:custDataLst>
          </p:nvPr>
        </p:nvSpPr>
        <p:spPr>
          <a:xfrm>
            <a:off x="468629" y="41275"/>
            <a:ext cx="8231645"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000"/>
              </a:spcBef>
              <a:buSzPct val="100000"/>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一、研究背景</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回收尼龙</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成为环保迫切需要解决的问题</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文本框 10">
            <a:extLst>
              <a:ext uri="{FF2B5EF4-FFF2-40B4-BE49-F238E27FC236}">
                <a16:creationId xmlns:a16="http://schemas.microsoft.com/office/drawing/2014/main" id="{D2DF5488-9000-21E7-9767-509BDE516A80}"/>
              </a:ext>
            </a:extLst>
          </p:cNvPr>
          <p:cNvSpPr txBox="1"/>
          <p:nvPr/>
        </p:nvSpPr>
        <p:spPr>
          <a:xfrm>
            <a:off x="0" y="637413"/>
            <a:ext cx="3954929" cy="276999"/>
          </a:xfrm>
          <a:prstGeom prst="rect">
            <a:avLst/>
          </a:prstGeom>
          <a:noFill/>
        </p:spPr>
        <p:txBody>
          <a:bodyPr wrap="none" rtlCol="0">
            <a:spAutoFit/>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全球的尼龙产量逐年上升，但尼龙</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回收仍处于较低规模</a:t>
            </a:r>
          </a:p>
        </p:txBody>
      </p:sp>
      <p:grpSp>
        <p:nvGrpSpPr>
          <p:cNvPr id="14" name="组合 13">
            <a:extLst>
              <a:ext uri="{FF2B5EF4-FFF2-40B4-BE49-F238E27FC236}">
                <a16:creationId xmlns:a16="http://schemas.microsoft.com/office/drawing/2014/main" id="{78AF0C44-AC95-5226-9AA0-46743F4486CD}"/>
              </a:ext>
            </a:extLst>
          </p:cNvPr>
          <p:cNvGrpSpPr/>
          <p:nvPr/>
        </p:nvGrpSpPr>
        <p:grpSpPr>
          <a:xfrm>
            <a:off x="280161" y="1318697"/>
            <a:ext cx="5055137" cy="2775730"/>
            <a:chOff x="137574" y="1066135"/>
            <a:chExt cx="5055137" cy="2775730"/>
          </a:xfrm>
        </p:grpSpPr>
        <p:graphicFrame>
          <p:nvGraphicFramePr>
            <p:cNvPr id="15" name="图示 14">
              <a:extLst>
                <a:ext uri="{FF2B5EF4-FFF2-40B4-BE49-F238E27FC236}">
                  <a16:creationId xmlns:a16="http://schemas.microsoft.com/office/drawing/2014/main" id="{88531798-05FE-2718-4966-C9F0B250EE9C}"/>
                </a:ext>
              </a:extLst>
            </p:cNvPr>
            <p:cNvGraphicFramePr/>
            <p:nvPr>
              <p:extLst>
                <p:ext uri="{D42A27DB-BD31-4B8C-83A1-F6EECF244321}">
                  <p14:modId xmlns:p14="http://schemas.microsoft.com/office/powerpoint/2010/main" val="1435349714"/>
                </p:ext>
              </p:extLst>
            </p:nvPr>
          </p:nvGraphicFramePr>
          <p:xfrm>
            <a:off x="137574" y="1066135"/>
            <a:ext cx="5055137" cy="173086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6" name="右大括号 15">
              <a:extLst>
                <a:ext uri="{FF2B5EF4-FFF2-40B4-BE49-F238E27FC236}">
                  <a16:creationId xmlns:a16="http://schemas.microsoft.com/office/drawing/2014/main" id="{B88D9F06-DF7A-EE4D-A919-7D167C80AD26}"/>
                </a:ext>
              </a:extLst>
            </p:cNvPr>
            <p:cNvSpPr/>
            <p:nvPr/>
          </p:nvSpPr>
          <p:spPr>
            <a:xfrm rot="5400000">
              <a:off x="3677502" y="1232533"/>
              <a:ext cx="164120" cy="2842845"/>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28DC3F34-23BA-DF4F-0A8E-E42009A0D95B}"/>
                </a:ext>
              </a:extLst>
            </p:cNvPr>
            <p:cNvSpPr/>
            <p:nvPr/>
          </p:nvSpPr>
          <p:spPr>
            <a:xfrm>
              <a:off x="2860011" y="2774968"/>
              <a:ext cx="1799101" cy="298943"/>
            </a:xfrm>
            <a:prstGeom prst="roundRec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900" b="1" dirty="0">
                  <a:latin typeface="微软雅黑" panose="020B0503020204020204" pitchFamily="34" charset="-122"/>
                  <a:ea typeface="微软雅黑" panose="020B0503020204020204" pitchFamily="34" charset="-122"/>
                </a:rPr>
                <a:t>得到己内酰胺单体</a:t>
              </a:r>
            </a:p>
          </p:txBody>
        </p:sp>
        <p:sp>
          <p:nvSpPr>
            <p:cNvPr id="18" name="箭头: 下 17">
              <a:extLst>
                <a:ext uri="{FF2B5EF4-FFF2-40B4-BE49-F238E27FC236}">
                  <a16:creationId xmlns:a16="http://schemas.microsoft.com/office/drawing/2014/main" id="{DBBD7C0D-4272-92E5-232C-AFB25E9DDA5B}"/>
                </a:ext>
              </a:extLst>
            </p:cNvPr>
            <p:cNvSpPr/>
            <p:nvPr/>
          </p:nvSpPr>
          <p:spPr>
            <a:xfrm>
              <a:off x="3683361" y="3093739"/>
              <a:ext cx="152400" cy="429355"/>
            </a:xfrm>
            <a:prstGeom prst="down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DF6F824B-539F-59FE-E1B0-EA217EDA22B7}"/>
                </a:ext>
              </a:extLst>
            </p:cNvPr>
            <p:cNvSpPr/>
            <p:nvPr/>
          </p:nvSpPr>
          <p:spPr>
            <a:xfrm>
              <a:off x="2860011" y="3542922"/>
              <a:ext cx="1799101" cy="298943"/>
            </a:xfrm>
            <a:prstGeom prst="roundRec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900" b="1" dirty="0">
                  <a:latin typeface="微软雅黑" panose="020B0503020204020204" pitchFamily="34" charset="-122"/>
                  <a:ea typeface="微软雅黑" panose="020B0503020204020204" pitchFamily="34" charset="-122"/>
                </a:rPr>
                <a:t>再生尼龙</a:t>
              </a:r>
            </a:p>
          </p:txBody>
        </p:sp>
      </p:grpSp>
      <p:graphicFrame>
        <p:nvGraphicFramePr>
          <p:cNvPr id="20" name="表格 19">
            <a:extLst>
              <a:ext uri="{FF2B5EF4-FFF2-40B4-BE49-F238E27FC236}">
                <a16:creationId xmlns:a16="http://schemas.microsoft.com/office/drawing/2014/main" id="{4B0215C6-61DE-599D-367A-EF230A919D28}"/>
              </a:ext>
            </a:extLst>
          </p:cNvPr>
          <p:cNvGraphicFramePr>
            <a:graphicFrameLocks noGrp="1"/>
          </p:cNvGraphicFramePr>
          <p:nvPr>
            <p:extLst>
              <p:ext uri="{D42A27DB-BD31-4B8C-83A1-F6EECF244321}">
                <p14:modId xmlns:p14="http://schemas.microsoft.com/office/powerpoint/2010/main" val="2075322841"/>
              </p:ext>
            </p:extLst>
          </p:nvPr>
        </p:nvGraphicFramePr>
        <p:xfrm>
          <a:off x="5363095" y="1053022"/>
          <a:ext cx="3267930" cy="3307080"/>
        </p:xfrm>
        <a:graphic>
          <a:graphicData uri="http://schemas.openxmlformats.org/drawingml/2006/table">
            <a:tbl>
              <a:tblPr firstRow="1" bandRow="1">
                <a:tableStyleId>{68D230F3-CF80-4859-8CE7-A43EE81993B5}</a:tableStyleId>
              </a:tblPr>
              <a:tblGrid>
                <a:gridCol w="1103440">
                  <a:extLst>
                    <a:ext uri="{9D8B030D-6E8A-4147-A177-3AD203B41FA5}">
                      <a16:colId xmlns:a16="http://schemas.microsoft.com/office/drawing/2014/main" val="3474077286"/>
                    </a:ext>
                  </a:extLst>
                </a:gridCol>
                <a:gridCol w="1082245">
                  <a:extLst>
                    <a:ext uri="{9D8B030D-6E8A-4147-A177-3AD203B41FA5}">
                      <a16:colId xmlns:a16="http://schemas.microsoft.com/office/drawing/2014/main" val="1428112124"/>
                    </a:ext>
                  </a:extLst>
                </a:gridCol>
                <a:gridCol w="1082245">
                  <a:extLst>
                    <a:ext uri="{9D8B030D-6E8A-4147-A177-3AD203B41FA5}">
                      <a16:colId xmlns:a16="http://schemas.microsoft.com/office/drawing/2014/main" val="3516869940"/>
                    </a:ext>
                  </a:extLst>
                </a:gridCol>
              </a:tblGrid>
              <a:tr h="195900">
                <a:tc>
                  <a:txBody>
                    <a:bodyPr/>
                    <a:lstStyle/>
                    <a:p>
                      <a:pPr algn="ct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化学回收方法</a:t>
                      </a:r>
                    </a:p>
                  </a:txBody>
                  <a:tcPr anchor="ctr"/>
                </a:tc>
                <a:tc>
                  <a:txBody>
                    <a:bodyPr/>
                    <a:lstStyle/>
                    <a:p>
                      <a:pPr algn="ct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优点</a:t>
                      </a:r>
                    </a:p>
                  </a:txBody>
                  <a:tcPr anchor="ctr"/>
                </a:tc>
                <a:tc>
                  <a:txBody>
                    <a:bodyPr/>
                    <a:lstStyle/>
                    <a:p>
                      <a:pPr algn="ct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缺点</a:t>
                      </a:r>
                    </a:p>
                  </a:txBody>
                  <a:tcPr anchor="ctr"/>
                </a:tc>
                <a:extLst>
                  <a:ext uri="{0D108BD9-81ED-4DB2-BD59-A6C34878D82A}">
                    <a16:rowId xmlns:a16="http://schemas.microsoft.com/office/drawing/2014/main" val="2061835696"/>
                  </a:ext>
                </a:extLst>
              </a:tr>
              <a:tr h="702937">
                <a:tc>
                  <a:txBody>
                    <a:bodyPr/>
                    <a:lstStyle/>
                    <a:p>
                      <a:pPr algn="ctr"/>
                      <a:r>
                        <a:rPr lang="zh-CN" altLang="en-US" sz="1100" b="1" dirty="0">
                          <a:latin typeface="Times New Roman" panose="02020603050405020304" pitchFamily="18" charset="0"/>
                          <a:ea typeface="微软雅黑" panose="020B0503020204020204" pitchFamily="34" charset="-122"/>
                          <a:cs typeface="Times New Roman" panose="02020603050405020304" pitchFamily="18" charset="0"/>
                        </a:rPr>
                        <a:t>水解法</a:t>
                      </a:r>
                    </a:p>
                  </a:txBody>
                  <a:tcPr anchor="ctr"/>
                </a:tc>
                <a:tc>
                  <a:txBody>
                    <a:bodyPr/>
                    <a:lstStyle/>
                    <a:p>
                      <a:pPr algn="l"/>
                      <a:r>
                        <a:rPr lang="zh-CN" altLang="en-US" sz="11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使用</a:t>
                      </a:r>
                      <a:r>
                        <a:rPr lang="zh-CN" altLang="en-US" sz="1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亚临界</a:t>
                      </a:r>
                      <a:r>
                        <a:rPr lang="en-US" altLang="zh-CN" sz="1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超临界水</a:t>
                      </a:r>
                      <a:r>
                        <a:rPr lang="zh-CN" altLang="en-US" sz="11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作为溶剂</a:t>
                      </a: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，反应速度快，单体纯度较高</a:t>
                      </a:r>
                    </a:p>
                  </a:txBody>
                  <a:tcPr anchor="ctr"/>
                </a:tc>
                <a:tc>
                  <a:txBody>
                    <a:bodyPr/>
                    <a:lstStyle/>
                    <a:p>
                      <a:pPr algn="l"/>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需要</a:t>
                      </a:r>
                      <a:r>
                        <a:rPr lang="zh-CN" altLang="en-US" sz="1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高温高压</a:t>
                      </a: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，反应条件苛刻，易发生二次反应</a:t>
                      </a:r>
                    </a:p>
                  </a:txBody>
                  <a:tcPr anchor="ctr"/>
                </a:tc>
                <a:extLst>
                  <a:ext uri="{0D108BD9-81ED-4DB2-BD59-A6C34878D82A}">
                    <a16:rowId xmlns:a16="http://schemas.microsoft.com/office/drawing/2014/main" val="1036306624"/>
                  </a:ext>
                </a:extLst>
              </a:tr>
              <a:tr h="576178">
                <a:tc>
                  <a:txBody>
                    <a:bodyPr/>
                    <a:lstStyle/>
                    <a:p>
                      <a:pPr algn="ctr"/>
                      <a:r>
                        <a:rPr lang="zh-CN" altLang="en-US" sz="1100" b="1" dirty="0">
                          <a:latin typeface="Times New Roman" panose="02020603050405020304" pitchFamily="18" charset="0"/>
                          <a:ea typeface="微软雅黑" panose="020B0503020204020204" pitchFamily="34" charset="-122"/>
                          <a:cs typeface="Times New Roman" panose="02020603050405020304" pitchFamily="18" charset="0"/>
                        </a:rPr>
                        <a:t>醇解法</a:t>
                      </a:r>
                    </a:p>
                  </a:txBody>
                  <a:tcPr anchor="ctr"/>
                </a:tc>
                <a:tc>
                  <a:txBody>
                    <a:bodyPr/>
                    <a:lstStyle/>
                    <a:p>
                      <a:pPr algn="l"/>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反应条件</a:t>
                      </a:r>
                      <a:r>
                        <a:rPr lang="zh-CN" altLang="en-US" sz="1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相对温和</a:t>
                      </a:r>
                    </a:p>
                  </a:txBody>
                  <a:tcPr anchor="ctr"/>
                </a:tc>
                <a:tc>
                  <a:txBody>
                    <a:bodyPr/>
                    <a:lstStyle/>
                    <a:p>
                      <a:pPr algn="l"/>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醇解产物较复杂，需</a:t>
                      </a:r>
                      <a:r>
                        <a:rPr lang="zh-CN" altLang="en-US" sz="1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引入催化剂</a:t>
                      </a: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来增加选择性</a:t>
                      </a:r>
                    </a:p>
                  </a:txBody>
                  <a:tcPr anchor="ctr"/>
                </a:tc>
                <a:extLst>
                  <a:ext uri="{0D108BD9-81ED-4DB2-BD59-A6C34878D82A}">
                    <a16:rowId xmlns:a16="http://schemas.microsoft.com/office/drawing/2014/main" val="3775358409"/>
                  </a:ext>
                </a:extLst>
              </a:tr>
              <a:tr h="576178">
                <a:tc>
                  <a:txBody>
                    <a:bodyPr/>
                    <a:lstStyle/>
                    <a:p>
                      <a:pPr algn="ctr"/>
                      <a:r>
                        <a:rPr lang="zh-CN" altLang="en-US" sz="1100" b="1" dirty="0">
                          <a:latin typeface="Times New Roman" panose="02020603050405020304" pitchFamily="18" charset="0"/>
                          <a:ea typeface="微软雅黑" panose="020B0503020204020204" pitchFamily="34" charset="-122"/>
                          <a:cs typeface="Times New Roman" panose="02020603050405020304" pitchFamily="18" charset="0"/>
                        </a:rPr>
                        <a:t>氨解法</a:t>
                      </a:r>
                    </a:p>
                  </a:txBody>
                  <a:tcPr anchor="ctr"/>
                </a:tc>
                <a:tc>
                  <a:txBody>
                    <a:bodyPr/>
                    <a:lstStyle/>
                    <a:p>
                      <a:pPr algn="l"/>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解聚单体纯度较高</a:t>
                      </a:r>
                    </a:p>
                  </a:txBody>
                  <a:tcPr anchor="ctr"/>
                </a:tc>
                <a:tc>
                  <a:txBody>
                    <a:bodyPr/>
                    <a:lstStyle/>
                    <a:p>
                      <a:pPr algn="l"/>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需要</a:t>
                      </a:r>
                      <a:r>
                        <a:rPr lang="zh-CN" altLang="en-US" sz="1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进一步加氢</a:t>
                      </a: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，催化剂易失活，操作复杂</a:t>
                      </a:r>
                    </a:p>
                  </a:txBody>
                  <a:tcPr anchor="ctr"/>
                </a:tc>
                <a:extLst>
                  <a:ext uri="{0D108BD9-81ED-4DB2-BD59-A6C34878D82A}">
                    <a16:rowId xmlns:a16="http://schemas.microsoft.com/office/drawing/2014/main" val="564686278"/>
                  </a:ext>
                </a:extLst>
              </a:tr>
              <a:tr h="449419">
                <a:tc>
                  <a:txBody>
                    <a:bodyPr/>
                    <a:lstStyle/>
                    <a:p>
                      <a:pPr algn="ctr"/>
                      <a:r>
                        <a:rPr lang="zh-CN" altLang="en-US" sz="1100" b="1" dirty="0">
                          <a:latin typeface="Times New Roman" panose="02020603050405020304" pitchFamily="18" charset="0"/>
                          <a:ea typeface="微软雅黑" panose="020B0503020204020204" pitchFamily="34" charset="-122"/>
                          <a:cs typeface="Times New Roman" panose="02020603050405020304" pitchFamily="18" charset="0"/>
                        </a:rPr>
                        <a:t>酸解法</a:t>
                      </a:r>
                    </a:p>
                  </a:txBody>
                  <a:tcPr anchor="ctr"/>
                </a:tc>
                <a:tc>
                  <a:txBody>
                    <a:bodyPr/>
                    <a:lstStyle/>
                    <a:p>
                      <a:pPr algn="l"/>
                      <a:r>
                        <a:rPr lang="zh-CN" altLang="en-US" sz="1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反应速率快</a:t>
                      </a: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，降低能耗</a:t>
                      </a:r>
                    </a:p>
                  </a:txBody>
                  <a:tcPr anchor="ctr"/>
                </a:tc>
                <a:tc>
                  <a:txBody>
                    <a:bodyPr/>
                    <a:lstStyle/>
                    <a:p>
                      <a:pPr algn="l"/>
                      <a:r>
                        <a:rPr lang="zh-CN" altLang="en-US" sz="1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对设备造成严重腐蚀</a:t>
                      </a: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，易产生大量废水</a:t>
                      </a:r>
                    </a:p>
                  </a:txBody>
                  <a:tcPr anchor="ctr"/>
                </a:tc>
                <a:extLst>
                  <a:ext uri="{0D108BD9-81ED-4DB2-BD59-A6C34878D82A}">
                    <a16:rowId xmlns:a16="http://schemas.microsoft.com/office/drawing/2014/main" val="1002567734"/>
                  </a:ext>
                </a:extLst>
              </a:tr>
            </a:tbl>
          </a:graphicData>
        </a:graphic>
      </p:graphicFrame>
      <p:sp>
        <p:nvSpPr>
          <p:cNvPr id="2" name="文本框 1">
            <a:extLst>
              <a:ext uri="{FF2B5EF4-FFF2-40B4-BE49-F238E27FC236}">
                <a16:creationId xmlns:a16="http://schemas.microsoft.com/office/drawing/2014/main" id="{62E3C89C-3EC7-A2E6-4338-3B7276B9A454}"/>
              </a:ext>
            </a:extLst>
          </p:cNvPr>
          <p:cNvSpPr txBox="1"/>
          <p:nvPr/>
        </p:nvSpPr>
        <p:spPr>
          <a:xfrm>
            <a:off x="6876320" y="764438"/>
            <a:ext cx="428322"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表</a:t>
            </a:r>
            <a:r>
              <a:rPr lang="en-US" altLang="zh-CN" sz="1200" dirty="0">
                <a:latin typeface="微软雅黑" panose="020B0503020204020204" pitchFamily="34" charset="-122"/>
                <a:ea typeface="微软雅黑" panose="020B0503020204020204" pitchFamily="34" charset="-122"/>
              </a:rPr>
              <a:t>1</a:t>
            </a:r>
            <a:endParaRPr lang="zh-CN" altLang="en-US" sz="1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8091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6</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itle 6">
            <a:extLst>
              <a:ext uri="{FF2B5EF4-FFF2-40B4-BE49-F238E27FC236}">
                <a16:creationId xmlns:a16="http://schemas.microsoft.com/office/drawing/2014/main" id="{0C9490C6-99A0-6FE1-67E7-AD32BE257EAD}"/>
              </a:ext>
            </a:extLst>
          </p:cNvPr>
          <p:cNvSpPr txBox="1"/>
          <p:nvPr>
            <p:custDataLst>
              <p:tags r:id="rId3"/>
            </p:custDataLst>
          </p:nvPr>
        </p:nvSpPr>
        <p:spPr>
          <a:xfrm>
            <a:off x="468629" y="41275"/>
            <a:ext cx="8231645"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000"/>
              </a:spcBef>
              <a:buSzPct val="100000"/>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一、研究背景</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水解产物分离纯化困难</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123458" y="418578"/>
            <a:ext cx="1440001" cy="377411"/>
          </a:xfrm>
          <a:prstGeom prst="rect">
            <a:avLst/>
          </a:prstGeom>
          <a:noFill/>
        </p:spPr>
        <p:txBody>
          <a:bodyPr wrap="square" rtlCol="0" anchor="t">
            <a:spAutoFit/>
          </a:bodyPr>
          <a:lstStyle/>
          <a:p>
            <a:pPr marL="0" indent="0" algn="l" fontAlgn="auto">
              <a:lnSpc>
                <a:spcPct val="150000"/>
              </a:lnSpc>
              <a:spcBef>
                <a:spcPts val="0"/>
              </a:spcBef>
              <a:buClrTx/>
              <a:buSzTx/>
              <a:buFont typeface="Wingdings" panose="05000000000000000000" pitchFamily="2" charset="2"/>
              <a:buNone/>
            </a:pP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技术难点</a:t>
            </a:r>
          </a:p>
        </p:txBody>
      </p:sp>
      <p:sp>
        <p:nvSpPr>
          <p:cNvPr id="26" name="TextBox 14"/>
          <p:cNvSpPr txBox="1"/>
          <p:nvPr/>
        </p:nvSpPr>
        <p:spPr>
          <a:xfrm>
            <a:off x="6069012" y="586455"/>
            <a:ext cx="2512695" cy="368300"/>
          </a:xfrm>
          <a:prstGeom prst="rect">
            <a:avLst/>
          </a:prstGeom>
          <a:noFill/>
        </p:spPr>
        <p:txBody>
          <a:bodyPr wrap="square" rtlCol="0">
            <a:spAutoFit/>
          </a:bodyPr>
          <a:lstStyle/>
          <a:p>
            <a:pPr>
              <a:lnSpc>
                <a:spcPct val="150000"/>
              </a:lnSpc>
            </a:pPr>
            <a:r>
              <a:rPr lang="zh-CN" altLang="en-US" sz="1200" b="1" dirty="0">
                <a:latin typeface="微软雅黑" panose="020B0503020204020204" pitchFamily="34" charset="-122"/>
                <a:ea typeface="微软雅黑" panose="020B0503020204020204" pitchFamily="34" charset="-122"/>
              </a:rPr>
              <a:t>以锦氨布料解聚液相产物为例</a:t>
            </a:r>
          </a:p>
        </p:txBody>
      </p:sp>
      <p:graphicFrame>
        <p:nvGraphicFramePr>
          <p:cNvPr id="34" name="表格 33"/>
          <p:cNvGraphicFramePr>
            <a:graphicFrameLocks noGrp="1"/>
          </p:cNvGraphicFramePr>
          <p:nvPr/>
        </p:nvGraphicFramePr>
        <p:xfrm>
          <a:off x="5437083" y="1106274"/>
          <a:ext cx="3688507" cy="2411228"/>
        </p:xfrm>
        <a:graphic>
          <a:graphicData uri="http://schemas.openxmlformats.org/drawingml/2006/table">
            <a:tbl>
              <a:tblPr/>
              <a:tblGrid>
                <a:gridCol w="777240">
                  <a:extLst>
                    <a:ext uri="{9D8B030D-6E8A-4147-A177-3AD203B41FA5}">
                      <a16:colId xmlns:a16="http://schemas.microsoft.com/office/drawing/2014/main" val="20000"/>
                    </a:ext>
                  </a:extLst>
                </a:gridCol>
                <a:gridCol w="588010">
                  <a:extLst>
                    <a:ext uri="{9D8B030D-6E8A-4147-A177-3AD203B41FA5}">
                      <a16:colId xmlns:a16="http://schemas.microsoft.com/office/drawing/2014/main" val="20001"/>
                    </a:ext>
                  </a:extLst>
                </a:gridCol>
                <a:gridCol w="531495">
                  <a:extLst>
                    <a:ext uri="{9D8B030D-6E8A-4147-A177-3AD203B41FA5}">
                      <a16:colId xmlns:a16="http://schemas.microsoft.com/office/drawing/2014/main" val="20002"/>
                    </a:ext>
                  </a:extLst>
                </a:gridCol>
                <a:gridCol w="1231057">
                  <a:extLst>
                    <a:ext uri="{9D8B030D-6E8A-4147-A177-3AD203B41FA5}">
                      <a16:colId xmlns:a16="http://schemas.microsoft.com/office/drawing/2014/main" val="20003"/>
                    </a:ext>
                  </a:extLst>
                </a:gridCol>
                <a:gridCol w="560705">
                  <a:extLst>
                    <a:ext uri="{9D8B030D-6E8A-4147-A177-3AD203B41FA5}">
                      <a16:colId xmlns:a16="http://schemas.microsoft.com/office/drawing/2014/main" val="20004"/>
                    </a:ext>
                  </a:extLst>
                </a:gridCol>
              </a:tblGrid>
              <a:tr h="281305">
                <a:tc>
                  <a:txBody>
                    <a:bodyPr/>
                    <a:lstStyle/>
                    <a:p>
                      <a:pPr algn="ctr" fontAlgn="b">
                        <a:lnSpc>
                          <a:spcPct val="15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分子式</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分子量</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buNone/>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沸点</a:t>
                      </a: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名称</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lnSpc>
                          <a:spcPct val="15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含量</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2881">
                <a:tc>
                  <a:txBody>
                    <a:bodyPr/>
                    <a:lstStyle/>
                    <a:p>
                      <a:pPr algn="l" fontAlgn="b">
                        <a:lnSpc>
                          <a:spcPct val="150000"/>
                        </a:lnSpc>
                      </a:pP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13</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O</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131</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255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氨基己酸</a:t>
                      </a:r>
                      <a:endPar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3.27%</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2881">
                <a:tc>
                  <a:txBody>
                    <a:bodyPr/>
                    <a:lstStyle/>
                    <a:p>
                      <a:pPr algn="l" fontAlgn="b">
                        <a:lnSpc>
                          <a:spcPct val="150000"/>
                        </a:lnSpc>
                      </a:pP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7</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93</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184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苯胺</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3.45%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2881">
                <a:tc>
                  <a:txBody>
                    <a:bodyPr/>
                    <a:lstStyle/>
                    <a:p>
                      <a:pPr algn="l" fontAlgn="b">
                        <a:lnSpc>
                          <a:spcPct val="150000"/>
                        </a:lnSpc>
                      </a:pP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7</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9</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107</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196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甲基苯胺</a:t>
                      </a:r>
                      <a:endPar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7.09%</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92881">
                <a:tc>
                  <a:txBody>
                    <a:bodyPr/>
                    <a:lstStyle/>
                    <a:p>
                      <a:pPr algn="l" fontAlgn="b">
                        <a:lnSpc>
                          <a:spcPct val="150000"/>
                        </a:lnSpc>
                      </a:pP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12</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24</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O</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ClrTx/>
                        <a:buSzTx/>
                        <a:buFontTx/>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244</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ClrTx/>
                        <a:buSzTx/>
                        <a:buFontTx/>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486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氨基己酸二聚体</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7.17%</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2881">
                <a:tc>
                  <a:txBody>
                    <a:bodyPr/>
                    <a:lstStyle/>
                    <a:p>
                      <a:pPr algn="l" fontAlgn="b">
                        <a:lnSpc>
                          <a:spcPct val="150000"/>
                        </a:lnSpc>
                      </a:pPr>
                      <a:r>
                        <a:rPr lang="en-US" sz="1200" b="0" i="0" u="none" strike="noStrike"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en-US" sz="1200" b="0" i="0" u="none" strike="noStrike" baseline="-250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en-US" sz="1200" b="0" i="0" u="none" strike="noStrike"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H</a:t>
                      </a:r>
                      <a:r>
                        <a:rPr lang="en-US" sz="1200" b="0" i="0" u="none" strike="noStrike" baseline="-250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11</a:t>
                      </a:r>
                      <a:r>
                        <a:rPr lang="en-US" sz="1200" b="0" i="0" u="none" strike="noStrike"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ON</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None/>
                      </a:pPr>
                      <a:r>
                        <a:rPr lang="en-US" altLang="en-US" sz="1200" b="0" i="0" u="none" strike="noStrike"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113</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None/>
                      </a:pPr>
                      <a:r>
                        <a:rPr lang="en-US" altLang="en-US" sz="1200" b="0" i="0" u="none" strike="noStrike"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268</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zh-CN" altLang="en-US" sz="1200" b="0" i="0" u="none" strike="noStrike"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己内酰胺</a:t>
                      </a:r>
                      <a:endParaRPr lang="en-US" altLang="zh-CN" sz="1200" b="0" i="0" u="none" strike="noStrike"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71.08%</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92881">
                <a:tc>
                  <a:txBody>
                    <a:bodyPr/>
                    <a:lstStyle/>
                    <a:p>
                      <a:pPr algn="l" fontAlgn="b">
                        <a:lnSpc>
                          <a:spcPct val="150000"/>
                        </a:lnSpc>
                      </a:pP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12</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21</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O</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ClrTx/>
                        <a:buSzTx/>
                        <a:buFontTx/>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227</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N-Boc-ε-己内酰胺</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4.19%</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81305">
                <a:tc>
                  <a:txBody>
                    <a:bodyPr/>
                    <a:lstStyle/>
                    <a:p>
                      <a:pPr algn="l" fontAlgn="b">
                        <a:lnSpc>
                          <a:spcPct val="150000"/>
                        </a:lnSpc>
                      </a:pP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12</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23</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O</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ClrTx/>
                        <a:buSzTx/>
                        <a:buFontTx/>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245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b"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2.06%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92881">
                <a:tc>
                  <a:txBody>
                    <a:bodyPr/>
                    <a:lstStyle/>
                    <a:p>
                      <a:pPr algn="l" fontAlgn="b">
                        <a:lnSpc>
                          <a:spcPct val="150000"/>
                        </a:lnSpc>
                      </a:pP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16</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34</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O</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ClrTx/>
                        <a:buSzTx/>
                        <a:buFontTx/>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306</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b"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285</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zh-CN"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四乙二醇二丁醚</a:t>
                      </a:r>
                      <a:endPar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1.30%</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2881">
                <a:tc>
                  <a:txBody>
                    <a:bodyPr/>
                    <a:lstStyle/>
                    <a:p>
                      <a:pPr algn="l" fontAlgn="b">
                        <a:lnSpc>
                          <a:spcPct val="150000"/>
                        </a:lnSpc>
                      </a:pP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18</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34</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O</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lang="en-US" sz="1200" b="0" i="0" u="none" strike="noStrike"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buClrTx/>
                        <a:buSzTx/>
                        <a:buFontTx/>
                        <a:buNone/>
                      </a:pPr>
                      <a:r>
                        <a:rPr lang="en-US" altLang="en-US"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358</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b" latinLnBrk="0" hangingPunct="1">
                        <a:lnSpc>
                          <a:spcPct val="15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lnSpc>
                          <a:spcPct val="150000"/>
                        </a:lnSpc>
                      </a:pPr>
                      <a:r>
                        <a:rPr lang="en-US" altLang="zh-CN" sz="1200" b="0" i="0" u="none" strike="noStrike"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0.40%</a:t>
                      </a:r>
                    </a:p>
                  </a:txBody>
                  <a:tcPr marL="7144" marR="7144" marT="714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grpSp>
        <p:nvGrpSpPr>
          <p:cNvPr id="23" name="组合 22">
            <a:extLst>
              <a:ext uri="{FF2B5EF4-FFF2-40B4-BE49-F238E27FC236}">
                <a16:creationId xmlns:a16="http://schemas.microsoft.com/office/drawing/2014/main" id="{9F66D19B-98EB-FF1C-448E-C9404605C1CC}"/>
              </a:ext>
            </a:extLst>
          </p:cNvPr>
          <p:cNvGrpSpPr/>
          <p:nvPr/>
        </p:nvGrpSpPr>
        <p:grpSpPr>
          <a:xfrm>
            <a:off x="3266331" y="1527975"/>
            <a:ext cx="2169789" cy="954096"/>
            <a:chOff x="3000375" y="1429165"/>
            <a:chExt cx="2169789" cy="954096"/>
          </a:xfrm>
        </p:grpSpPr>
        <p:cxnSp>
          <p:nvCxnSpPr>
            <p:cNvPr id="32" name="直接箭头连接符 31"/>
            <p:cNvCxnSpPr>
              <a:cxnSpLocks/>
              <a:stCxn id="41" idx="3"/>
            </p:cNvCxnSpPr>
            <p:nvPr/>
          </p:nvCxnSpPr>
          <p:spPr>
            <a:xfrm>
              <a:off x="4181295" y="1934901"/>
              <a:ext cx="956348" cy="448360"/>
            </a:xfrm>
            <a:prstGeom prst="straightConnector1">
              <a:avLst/>
            </a:prstGeom>
            <a:ln>
              <a:tailEnd type="triangle" w="med" len="med"/>
            </a:ln>
          </p:spPr>
          <p:style>
            <a:lnRef idx="2">
              <a:schemeClr val="accent2"/>
            </a:lnRef>
            <a:fillRef idx="0">
              <a:schemeClr val="accent2"/>
            </a:fillRef>
            <a:effectRef idx="1">
              <a:schemeClr val="accent2"/>
            </a:effectRef>
            <a:fontRef idx="minor">
              <a:schemeClr val="tx1"/>
            </a:fontRef>
          </p:style>
        </p:cxnSp>
        <p:cxnSp>
          <p:nvCxnSpPr>
            <p:cNvPr id="39" name="直接箭头连接符 38"/>
            <p:cNvCxnSpPr>
              <a:cxnSpLocks/>
            </p:cNvCxnSpPr>
            <p:nvPr/>
          </p:nvCxnSpPr>
          <p:spPr>
            <a:xfrm flipV="1">
              <a:off x="4181295" y="1429165"/>
              <a:ext cx="956348" cy="463074"/>
            </a:xfrm>
            <a:prstGeom prst="straightConnector1">
              <a:avLst/>
            </a:prstGeom>
            <a:ln>
              <a:tailEnd type="triangle" w="med" len="med"/>
            </a:ln>
          </p:spPr>
          <p:style>
            <a:lnRef idx="2">
              <a:schemeClr val="accent2"/>
            </a:lnRef>
            <a:fillRef idx="0">
              <a:schemeClr val="accent2"/>
            </a:fillRef>
            <a:effectRef idx="1">
              <a:schemeClr val="accent2"/>
            </a:effectRef>
            <a:fontRef idx="minor">
              <a:schemeClr val="tx1"/>
            </a:fontRef>
          </p:style>
        </p:cxnSp>
        <p:cxnSp>
          <p:nvCxnSpPr>
            <p:cNvPr id="40" name="直接箭头连接符 39"/>
            <p:cNvCxnSpPr>
              <a:cxnSpLocks/>
            </p:cNvCxnSpPr>
            <p:nvPr/>
          </p:nvCxnSpPr>
          <p:spPr>
            <a:xfrm flipV="1">
              <a:off x="4173638" y="1892239"/>
              <a:ext cx="996526" cy="14288"/>
            </a:xfrm>
            <a:prstGeom prst="straightConnector1">
              <a:avLst/>
            </a:prstGeom>
            <a:ln>
              <a:tailEnd type="triangle" w="med" len="med"/>
            </a:ln>
          </p:spPr>
          <p:style>
            <a:lnRef idx="2">
              <a:schemeClr val="accent2"/>
            </a:lnRef>
            <a:fillRef idx="0">
              <a:schemeClr val="accent2"/>
            </a:fillRef>
            <a:effectRef idx="1">
              <a:schemeClr val="accent2"/>
            </a:effectRef>
            <a:fontRef idx="minor">
              <a:schemeClr val="tx1"/>
            </a:fontRef>
          </p:style>
        </p:cxnSp>
        <p:sp>
          <p:nvSpPr>
            <p:cNvPr id="41" name="矩形: 圆角 29"/>
            <p:cNvSpPr/>
            <p:nvPr/>
          </p:nvSpPr>
          <p:spPr>
            <a:xfrm>
              <a:off x="3000375" y="1776151"/>
              <a:ext cx="1180920" cy="317500"/>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a:lnSpc>
                  <a:spcPct val="150000"/>
                </a:lnSpc>
                <a:buFont typeface="Arial" panose="020B0604020202020204" pitchFamily="34" charset="0"/>
                <a:buNone/>
              </a:pPr>
              <a:r>
                <a:rPr lang="zh-CN" altLang="en-US" sz="1000" dirty="0">
                  <a:solidFill>
                    <a:schemeClr val="tx1"/>
                  </a:solidFill>
                  <a:latin typeface="微软雅黑" panose="020B0503020204020204" pitchFamily="34" charset="-122"/>
                  <a:ea typeface="微软雅黑" panose="020B0503020204020204" pitchFamily="34" charset="-122"/>
                </a:rPr>
                <a:t>沸点相近</a:t>
              </a:r>
            </a:p>
          </p:txBody>
        </p:sp>
      </p:grpSp>
      <p:sp>
        <p:nvSpPr>
          <p:cNvPr id="43" name="文本框 42"/>
          <p:cNvSpPr txBox="1"/>
          <p:nvPr/>
        </p:nvSpPr>
        <p:spPr>
          <a:xfrm>
            <a:off x="117474" y="3258451"/>
            <a:ext cx="1366389" cy="377411"/>
          </a:xfrm>
          <a:prstGeom prst="rect">
            <a:avLst/>
          </a:prstGeom>
          <a:noFill/>
        </p:spPr>
        <p:txBody>
          <a:bodyPr wrap="square" rtlCol="0" anchor="t">
            <a:spAutoFit/>
          </a:bodyPr>
          <a:lstStyle/>
          <a:p>
            <a:pPr marL="0" indent="0" algn="l" fontAlgn="auto">
              <a:lnSpc>
                <a:spcPct val="150000"/>
              </a:lnSpc>
              <a:spcBef>
                <a:spcPts val="0"/>
              </a:spcBef>
              <a:buClrTx/>
              <a:buSzTx/>
              <a:buFont typeface="Wingdings" panose="05000000000000000000" pitchFamily="2" charset="2"/>
              <a:buNone/>
            </a:pPr>
            <a:r>
              <a:rPr lang="zh-CN" altLang="en-US" sz="1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科学问题</a:t>
            </a:r>
          </a:p>
        </p:txBody>
      </p:sp>
      <p:cxnSp>
        <p:nvCxnSpPr>
          <p:cNvPr id="44" name="直接箭头连接符 43"/>
          <p:cNvCxnSpPr>
            <a:cxnSpLocks/>
            <a:stCxn id="46" idx="3"/>
          </p:cNvCxnSpPr>
          <p:nvPr/>
        </p:nvCxnSpPr>
        <p:spPr>
          <a:xfrm flipV="1">
            <a:off x="4447251" y="2493489"/>
            <a:ext cx="989832" cy="492663"/>
          </a:xfrm>
          <a:prstGeom prst="straightConnector1">
            <a:avLst/>
          </a:prstGeom>
          <a:ln>
            <a:tailEnd type="triangle" w="med" len="med"/>
          </a:ln>
        </p:spPr>
        <p:style>
          <a:lnRef idx="2">
            <a:schemeClr val="accent5"/>
          </a:lnRef>
          <a:fillRef idx="0">
            <a:schemeClr val="accent5"/>
          </a:fillRef>
          <a:effectRef idx="1">
            <a:schemeClr val="accent5"/>
          </a:effectRef>
          <a:fontRef idx="minor">
            <a:schemeClr val="tx1"/>
          </a:fontRef>
        </p:style>
      </p:cxnSp>
      <p:cxnSp>
        <p:nvCxnSpPr>
          <p:cNvPr id="45" name="直接箭头连接符 44"/>
          <p:cNvCxnSpPr>
            <a:cxnSpLocks/>
            <a:stCxn id="46" idx="3"/>
          </p:cNvCxnSpPr>
          <p:nvPr/>
        </p:nvCxnSpPr>
        <p:spPr>
          <a:xfrm flipV="1">
            <a:off x="4447251" y="2706427"/>
            <a:ext cx="989832" cy="279725"/>
          </a:xfrm>
          <a:prstGeom prst="straightConnector1">
            <a:avLst/>
          </a:prstGeom>
          <a:ln>
            <a:tailEnd type="triangle" w="med" len="med"/>
          </a:ln>
        </p:spPr>
        <p:style>
          <a:lnRef idx="2">
            <a:schemeClr val="accent5"/>
          </a:lnRef>
          <a:fillRef idx="0">
            <a:schemeClr val="accent5"/>
          </a:fillRef>
          <a:effectRef idx="1">
            <a:schemeClr val="accent5"/>
          </a:effectRef>
          <a:fontRef idx="minor">
            <a:schemeClr val="tx1"/>
          </a:fontRef>
        </p:style>
      </p:cxnSp>
      <p:sp>
        <p:nvSpPr>
          <p:cNvPr id="46" name="矩形: 圆角 29"/>
          <p:cNvSpPr/>
          <p:nvPr/>
        </p:nvSpPr>
        <p:spPr>
          <a:xfrm>
            <a:off x="3272492" y="2827402"/>
            <a:ext cx="1174759" cy="317500"/>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a:lnSpc>
                <a:spcPct val="150000"/>
              </a:lnSpc>
              <a:buFont typeface="Arial" panose="020B0604020202020204" pitchFamily="34" charset="0"/>
              <a:buNone/>
            </a:pPr>
            <a:r>
              <a:rPr lang="zh-CN" altLang="en-US" sz="1000" dirty="0">
                <a:solidFill>
                  <a:schemeClr val="tx1"/>
                </a:solidFill>
                <a:latin typeface="微软雅黑" panose="020B0503020204020204" pitchFamily="34" charset="-122"/>
                <a:ea typeface="微软雅黑" panose="020B0503020204020204" pitchFamily="34" charset="-122"/>
              </a:rPr>
              <a:t>官能团结构相近</a:t>
            </a:r>
          </a:p>
        </p:txBody>
      </p:sp>
      <p:sp>
        <p:nvSpPr>
          <p:cNvPr id="47" name="矩形: 圆角 29"/>
          <p:cNvSpPr/>
          <p:nvPr/>
        </p:nvSpPr>
        <p:spPr>
          <a:xfrm>
            <a:off x="3275326" y="2346265"/>
            <a:ext cx="1180920" cy="317500"/>
          </a:xfrm>
          <a:prstGeom prst="round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a:lnSpc>
                <a:spcPct val="150000"/>
              </a:lnSpc>
              <a:buFont typeface="Arial" panose="020B0604020202020204" pitchFamily="34" charset="0"/>
              <a:buNone/>
            </a:pPr>
            <a:r>
              <a:rPr lang="zh-CN" altLang="en-US" sz="1000" dirty="0">
                <a:solidFill>
                  <a:schemeClr val="tx1"/>
                </a:solidFill>
                <a:latin typeface="微软雅黑" panose="020B0503020204020204" pitchFamily="34" charset="-122"/>
                <a:ea typeface="微软雅黑" panose="020B0503020204020204" pitchFamily="34" charset="-122"/>
              </a:rPr>
              <a:t>分子量相近</a:t>
            </a:r>
          </a:p>
        </p:txBody>
      </p:sp>
      <p:cxnSp>
        <p:nvCxnSpPr>
          <p:cNvPr id="11" name="直接箭头连接符 10"/>
          <p:cNvCxnSpPr>
            <a:cxnSpLocks/>
            <a:stCxn id="47" idx="3"/>
          </p:cNvCxnSpPr>
          <p:nvPr/>
        </p:nvCxnSpPr>
        <p:spPr>
          <a:xfrm flipV="1">
            <a:off x="4456246" y="2012622"/>
            <a:ext cx="971842" cy="492393"/>
          </a:xfrm>
          <a:prstGeom prst="straightConnector1">
            <a:avLst/>
          </a:prstGeom>
          <a:ln>
            <a:tailEnd type="triangle" w="med" len="med"/>
          </a:ln>
        </p:spPr>
        <p:style>
          <a:lnRef idx="2">
            <a:schemeClr val="accent3"/>
          </a:lnRef>
          <a:fillRef idx="0">
            <a:schemeClr val="accent3"/>
          </a:fillRef>
          <a:effectRef idx="1">
            <a:schemeClr val="accent3"/>
          </a:effectRef>
          <a:fontRef idx="minor">
            <a:schemeClr val="tx1"/>
          </a:fontRef>
        </p:style>
      </p:cxnSp>
      <p:cxnSp>
        <p:nvCxnSpPr>
          <p:cNvPr id="14" name="直接箭头连接符 13"/>
          <p:cNvCxnSpPr>
            <a:cxnSpLocks/>
            <a:stCxn id="46" idx="3"/>
          </p:cNvCxnSpPr>
          <p:nvPr/>
        </p:nvCxnSpPr>
        <p:spPr>
          <a:xfrm>
            <a:off x="4447251" y="2986152"/>
            <a:ext cx="980837" cy="253019"/>
          </a:xfrm>
          <a:prstGeom prst="straightConnector1">
            <a:avLst/>
          </a:prstGeom>
          <a:ln>
            <a:tailEnd type="triangle" w="med" len="med"/>
          </a:ln>
        </p:spPr>
        <p:style>
          <a:lnRef idx="2">
            <a:schemeClr val="accent5"/>
          </a:lnRef>
          <a:fillRef idx="0">
            <a:schemeClr val="accent5"/>
          </a:fillRef>
          <a:effectRef idx="1">
            <a:schemeClr val="accent5"/>
          </a:effectRef>
          <a:fontRef idx="minor">
            <a:schemeClr val="tx1"/>
          </a:fontRef>
        </p:style>
      </p:cxnSp>
      <p:sp>
        <p:nvSpPr>
          <p:cNvPr id="16" name="矩形: 圆角 15"/>
          <p:cNvSpPr/>
          <p:nvPr/>
        </p:nvSpPr>
        <p:spPr>
          <a:xfrm>
            <a:off x="117474" y="3726899"/>
            <a:ext cx="2502000" cy="790288"/>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50000"/>
              </a:lnSpc>
              <a:buFont typeface="Arial" panose="020B0604020202020204" pitchFamily="34" charset="0"/>
              <a:buChar char="•"/>
            </a:pPr>
            <a:r>
              <a:rPr lang="zh-CN" altLang="en-US" sz="1000" dirty="0">
                <a:solidFill>
                  <a:schemeClr val="tx1"/>
                </a:solidFill>
                <a:latin typeface="微软雅黑" panose="020B0503020204020204" pitchFamily="34" charset="-122"/>
                <a:ea typeface="微软雅黑" panose="020B0503020204020204" pitchFamily="34" charset="-122"/>
              </a:rPr>
              <a:t>物质的沸点相近时，它们的液态和气态之间的平衡温度差异较小</a:t>
            </a:r>
            <a:endParaRPr lang="en-US" altLang="zh-CN" sz="1000" dirty="0">
              <a:solidFill>
                <a:schemeClr val="tx1"/>
              </a:solidFill>
              <a:latin typeface="微软雅黑" panose="020B0503020204020204" pitchFamily="34" charset="-122"/>
              <a:ea typeface="微软雅黑" panose="020B0503020204020204" pitchFamily="34" charset="-122"/>
            </a:endParaRPr>
          </a:p>
        </p:txBody>
      </p:sp>
      <p:cxnSp>
        <p:nvCxnSpPr>
          <p:cNvPr id="27" name="直接箭头连接符 26"/>
          <p:cNvCxnSpPr>
            <a:cxnSpLocks/>
            <a:stCxn id="46" idx="3"/>
          </p:cNvCxnSpPr>
          <p:nvPr/>
        </p:nvCxnSpPr>
        <p:spPr>
          <a:xfrm flipV="1">
            <a:off x="4447251" y="2943490"/>
            <a:ext cx="989832" cy="42662"/>
          </a:xfrm>
          <a:prstGeom prst="straightConnector1">
            <a:avLst/>
          </a:prstGeom>
          <a:ln>
            <a:tailEnd type="triangle" w="med" len="med"/>
          </a:ln>
        </p:spPr>
        <p:style>
          <a:lnRef idx="2">
            <a:schemeClr val="accent5"/>
          </a:lnRef>
          <a:fillRef idx="0">
            <a:schemeClr val="accent5"/>
          </a:fillRef>
          <a:effectRef idx="1">
            <a:schemeClr val="accent5"/>
          </a:effectRef>
          <a:fontRef idx="minor">
            <a:schemeClr val="tx1"/>
          </a:fontRef>
        </p:style>
      </p:cxnSp>
      <p:sp>
        <p:nvSpPr>
          <p:cNvPr id="30" name="矩形: 圆角 29"/>
          <p:cNvSpPr/>
          <p:nvPr/>
        </p:nvSpPr>
        <p:spPr>
          <a:xfrm>
            <a:off x="6111269" y="3726899"/>
            <a:ext cx="2766468" cy="790288"/>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50000"/>
              </a:lnSpc>
              <a:buFont typeface="Arial" panose="020B0604020202020204" pitchFamily="34" charset="0"/>
              <a:buChar char="•"/>
            </a:pPr>
            <a:r>
              <a:rPr lang="zh-CN" altLang="en-US" sz="1000" dirty="0">
                <a:solidFill>
                  <a:schemeClr val="tx1"/>
                </a:solidFill>
                <a:latin typeface="微软雅黑" panose="020B0503020204020204" pitchFamily="34" charset="-122"/>
                <a:ea typeface="微软雅黑" panose="020B0503020204020204" pitchFamily="34" charset="-122"/>
              </a:rPr>
              <a:t>官能团结构相近的物质，极性、酸碱性、亲水性、亲油性等性质的差异较小，相互之间的作用力也比较强</a:t>
            </a:r>
          </a:p>
        </p:txBody>
      </p:sp>
      <p:sp>
        <p:nvSpPr>
          <p:cNvPr id="31" name="矩形: 圆角 30"/>
          <p:cNvSpPr/>
          <p:nvPr/>
        </p:nvSpPr>
        <p:spPr>
          <a:xfrm>
            <a:off x="3044077" y="3726899"/>
            <a:ext cx="2642589" cy="790288"/>
          </a:xfrm>
          <a:prstGeom prst="round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50000"/>
              </a:lnSpc>
              <a:buFont typeface="Arial" panose="020B0604020202020204" pitchFamily="34" charset="0"/>
              <a:buChar char="•"/>
            </a:pPr>
            <a:r>
              <a:rPr lang="zh-CN" altLang="en-US" sz="1000" dirty="0">
                <a:solidFill>
                  <a:schemeClr val="tx1"/>
                </a:solidFill>
                <a:latin typeface="微软雅黑" panose="020B0503020204020204" pitchFamily="34" charset="-122"/>
                <a:ea typeface="微软雅黑" panose="020B0503020204020204" pitchFamily="34" charset="-122"/>
              </a:rPr>
              <a:t>分子量相近的有机物，可能它们的分子大小、分子形状、分子极性、分子间力、表面张力等特性都非常接近</a:t>
            </a:r>
          </a:p>
        </p:txBody>
      </p:sp>
      <p:sp>
        <p:nvSpPr>
          <p:cNvPr id="18" name="文本框 17">
            <a:extLst>
              <a:ext uri="{FF2B5EF4-FFF2-40B4-BE49-F238E27FC236}">
                <a16:creationId xmlns:a16="http://schemas.microsoft.com/office/drawing/2014/main" id="{64E3C559-3886-472C-1747-88036370C179}"/>
              </a:ext>
            </a:extLst>
          </p:cNvPr>
          <p:cNvSpPr txBox="1"/>
          <p:nvPr/>
        </p:nvSpPr>
        <p:spPr>
          <a:xfrm>
            <a:off x="117474" y="833546"/>
            <a:ext cx="3704860" cy="340519"/>
          </a:xfrm>
          <a:prstGeom prst="roundRect">
            <a:avLst/>
          </a:prstGeom>
          <a:solidFill>
            <a:srgbClr val="D7D200"/>
          </a:solidFill>
          <a:ln>
            <a:noFill/>
          </a:ln>
        </p:spPr>
        <p:style>
          <a:lnRef idx="2">
            <a:schemeClr val="dk1"/>
          </a:lnRef>
          <a:fillRef idx="1">
            <a:schemeClr val="lt1"/>
          </a:fillRef>
          <a:effectRef idx="0">
            <a:schemeClr val="dk1"/>
          </a:effectRef>
          <a:fontRef idx="minor">
            <a:schemeClr val="dk1"/>
          </a:fontRef>
        </p:style>
        <p:txBody>
          <a:bodyPr wrap="none" rtlCol="0">
            <a:spAutoFit/>
          </a:bodyPr>
          <a:lstStyle/>
          <a:p>
            <a:pPr marL="285750" indent="-285750">
              <a:buFont typeface="Wingdings" panose="05000000000000000000" pitchFamily="2" charset="2"/>
              <a:buChar char="Ø"/>
            </a:pPr>
            <a:r>
              <a:rPr lang="zh-CN" altLang="en-US" sz="1400" b="1" dirty="0">
                <a:latin typeface="微软雅黑" panose="020B0503020204020204" pitchFamily="34" charset="-122"/>
                <a:ea typeface="微软雅黑" panose="020B0503020204020204" pitchFamily="34" charset="-122"/>
              </a:rPr>
              <a:t>液相产物中己内酰胺单体的分离纯化困难</a:t>
            </a:r>
          </a:p>
        </p:txBody>
      </p:sp>
      <p:sp>
        <p:nvSpPr>
          <p:cNvPr id="19" name="文本框 18">
            <a:extLst>
              <a:ext uri="{FF2B5EF4-FFF2-40B4-BE49-F238E27FC236}">
                <a16:creationId xmlns:a16="http://schemas.microsoft.com/office/drawing/2014/main" id="{0E1ABF3D-CC3E-D810-C1E3-C72A35AC3072}"/>
              </a:ext>
            </a:extLst>
          </p:cNvPr>
          <p:cNvSpPr txBox="1"/>
          <p:nvPr/>
        </p:nvSpPr>
        <p:spPr>
          <a:xfrm>
            <a:off x="768804" y="1274307"/>
            <a:ext cx="1780963"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纯尼龙</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解聚液相产物</a:t>
            </a:r>
          </a:p>
        </p:txBody>
      </p:sp>
      <p:graphicFrame>
        <p:nvGraphicFramePr>
          <p:cNvPr id="20" name="表格 19">
            <a:extLst>
              <a:ext uri="{FF2B5EF4-FFF2-40B4-BE49-F238E27FC236}">
                <a16:creationId xmlns:a16="http://schemas.microsoft.com/office/drawing/2014/main" id="{6D795D7A-8157-B96B-3B77-3AA832A35458}"/>
              </a:ext>
            </a:extLst>
          </p:cNvPr>
          <p:cNvGraphicFramePr>
            <a:graphicFrameLocks noGrp="1"/>
          </p:cNvGraphicFramePr>
          <p:nvPr/>
        </p:nvGraphicFramePr>
        <p:xfrm>
          <a:off x="123458" y="1521091"/>
          <a:ext cx="2965695" cy="1737360"/>
        </p:xfrm>
        <a:graphic>
          <a:graphicData uri="http://schemas.openxmlformats.org/drawingml/2006/table">
            <a:tbl>
              <a:tblPr firstRow="1" bandRow="1">
                <a:tableStyleId>{5C22544A-7EE6-4342-B048-85BDC9FD1C3A}</a:tableStyleId>
              </a:tblPr>
              <a:tblGrid>
                <a:gridCol w="593139">
                  <a:extLst>
                    <a:ext uri="{9D8B030D-6E8A-4147-A177-3AD203B41FA5}">
                      <a16:colId xmlns:a16="http://schemas.microsoft.com/office/drawing/2014/main" val="2689486450"/>
                    </a:ext>
                  </a:extLst>
                </a:gridCol>
                <a:gridCol w="593139">
                  <a:extLst>
                    <a:ext uri="{9D8B030D-6E8A-4147-A177-3AD203B41FA5}">
                      <a16:colId xmlns:a16="http://schemas.microsoft.com/office/drawing/2014/main" val="1803342188"/>
                    </a:ext>
                  </a:extLst>
                </a:gridCol>
                <a:gridCol w="593139">
                  <a:extLst>
                    <a:ext uri="{9D8B030D-6E8A-4147-A177-3AD203B41FA5}">
                      <a16:colId xmlns:a16="http://schemas.microsoft.com/office/drawing/2014/main" val="3072764504"/>
                    </a:ext>
                  </a:extLst>
                </a:gridCol>
                <a:gridCol w="593139">
                  <a:extLst>
                    <a:ext uri="{9D8B030D-6E8A-4147-A177-3AD203B41FA5}">
                      <a16:colId xmlns:a16="http://schemas.microsoft.com/office/drawing/2014/main" val="2949060705"/>
                    </a:ext>
                  </a:extLst>
                </a:gridCol>
                <a:gridCol w="593139">
                  <a:extLst>
                    <a:ext uri="{9D8B030D-6E8A-4147-A177-3AD203B41FA5}">
                      <a16:colId xmlns:a16="http://schemas.microsoft.com/office/drawing/2014/main" val="621485317"/>
                    </a:ext>
                  </a:extLst>
                </a:gridCol>
              </a:tblGrid>
              <a:tr h="393342">
                <a:tc>
                  <a:txBody>
                    <a:bodyPr/>
                    <a:lstStyle/>
                    <a:p>
                      <a:pPr algn="ctr"/>
                      <a:r>
                        <a:rPr lang="zh-CN" altLang="en-US" sz="1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分子式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分子量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沸点</a:t>
                      </a:r>
                      <a:r>
                        <a:rPr lang="en-US" altLang="zh-CN" sz="1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名称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含量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6003612"/>
                  </a:ext>
                </a:extLst>
              </a:tr>
              <a:tr h="393342">
                <a:tc>
                  <a:txBody>
                    <a:bodyPr/>
                    <a:lstStyle/>
                    <a:p>
                      <a:pPr algn="ctr"/>
                      <a:r>
                        <a:rPr lang="en-US" altLang="zh-CN"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0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6</a:t>
                      </a:r>
                      <a:r>
                        <a:rPr lang="en-US" altLang="zh-CN" sz="1000" baseline="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10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11</a:t>
                      </a:r>
                      <a:r>
                        <a:rPr lang="en-US" altLang="zh-CN" sz="1000" baseline="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ON</a:t>
                      </a:r>
                      <a:endParaRPr lang="zh-CN" altLang="en-US"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113</a:t>
                      </a:r>
                      <a:endParaRPr lang="zh-CN" altLang="en-US"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268</a:t>
                      </a:r>
                      <a:endParaRPr lang="zh-CN" altLang="en-US"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己内酰胺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82.3%</a:t>
                      </a:r>
                      <a:endParaRPr lang="zh-CN" altLang="en-US"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3046403"/>
                  </a:ext>
                </a:extLst>
              </a:tr>
              <a:tr h="393342">
                <a:tc>
                  <a:txBody>
                    <a:bodyP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6</a:t>
                      </a:r>
                      <a:r>
                        <a:rPr lang="en-US" altLang="zh-CN" sz="1000" baseline="0" dirty="0">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13</a:t>
                      </a:r>
                      <a:r>
                        <a:rPr lang="en-US" altLang="zh-CN" sz="1000" baseline="0"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000" baseline="0" dirty="0">
                          <a:latin typeface="Times New Roman" panose="02020603050405020304" pitchFamily="18" charset="0"/>
                          <a:ea typeface="微软雅黑" panose="020B0503020204020204" pitchFamily="34" charset="-122"/>
                          <a:cs typeface="Times New Roman" panose="02020603050405020304" pitchFamily="18" charset="0"/>
                        </a:rPr>
                        <a:t>N</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131</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255</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氨基己酸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6.2%</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1516004"/>
                  </a:ext>
                </a:extLst>
              </a:tr>
              <a:tr h="420283">
                <a:tc>
                  <a:txBody>
                    <a:bodyP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12</a:t>
                      </a:r>
                      <a:r>
                        <a:rPr lang="en-US" altLang="zh-CN" sz="1000" baseline="0" dirty="0">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24</a:t>
                      </a:r>
                      <a:r>
                        <a:rPr lang="en-US" altLang="zh-CN" sz="1000" baseline="0"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000" baseline="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244</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486</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氨基己酸二聚体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11.5%</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7517025"/>
                  </a:ext>
                </a:extLst>
              </a:tr>
            </a:tbl>
          </a:graphicData>
        </a:graphic>
      </p:graphicFrame>
      <p:cxnSp>
        <p:nvCxnSpPr>
          <p:cNvPr id="12" name="直接箭头连接符 11">
            <a:extLst>
              <a:ext uri="{FF2B5EF4-FFF2-40B4-BE49-F238E27FC236}">
                <a16:creationId xmlns:a16="http://schemas.microsoft.com/office/drawing/2014/main" id="{AB48F9B5-1CF3-EAF0-2B10-077514A16242}"/>
              </a:ext>
            </a:extLst>
          </p:cNvPr>
          <p:cNvCxnSpPr>
            <a:cxnSpLocks/>
            <a:stCxn id="47" idx="3"/>
          </p:cNvCxnSpPr>
          <p:nvPr/>
        </p:nvCxnSpPr>
        <p:spPr>
          <a:xfrm>
            <a:off x="4456246" y="2505015"/>
            <a:ext cx="924086" cy="5429"/>
          </a:xfrm>
          <a:prstGeom prst="straightConnector1">
            <a:avLst/>
          </a:prstGeom>
          <a:ln>
            <a:tailEnd type="triangle" w="med" len="med"/>
          </a:ln>
        </p:spPr>
        <p:style>
          <a:lnRef idx="2">
            <a:schemeClr val="accent3"/>
          </a:lnRef>
          <a:fillRef idx="0">
            <a:schemeClr val="accent3"/>
          </a:fillRef>
          <a:effectRef idx="1">
            <a:schemeClr val="accent3"/>
          </a:effectRef>
          <a:fontRef idx="minor">
            <a:schemeClr val="tx1"/>
          </a:fontRef>
        </p:style>
      </p:cxnSp>
      <p:cxnSp>
        <p:nvCxnSpPr>
          <p:cNvPr id="21" name="直接箭头连接符 20">
            <a:extLst>
              <a:ext uri="{FF2B5EF4-FFF2-40B4-BE49-F238E27FC236}">
                <a16:creationId xmlns:a16="http://schemas.microsoft.com/office/drawing/2014/main" id="{13650D6E-2C3E-73C6-5D70-E6689524313F}"/>
              </a:ext>
            </a:extLst>
          </p:cNvPr>
          <p:cNvCxnSpPr>
            <a:cxnSpLocks/>
          </p:cNvCxnSpPr>
          <p:nvPr/>
        </p:nvCxnSpPr>
        <p:spPr>
          <a:xfrm>
            <a:off x="4460451" y="3000056"/>
            <a:ext cx="967637" cy="440066"/>
          </a:xfrm>
          <a:prstGeom prst="straightConnector1">
            <a:avLst/>
          </a:prstGeom>
          <a:ln>
            <a:tailEnd type="triangle" w="med" len="med"/>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974439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7</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itle 6">
            <a:extLst>
              <a:ext uri="{FF2B5EF4-FFF2-40B4-BE49-F238E27FC236}">
                <a16:creationId xmlns:a16="http://schemas.microsoft.com/office/drawing/2014/main" id="{0C9490C6-99A0-6FE1-67E7-AD32BE257EAD}"/>
              </a:ext>
            </a:extLst>
          </p:cNvPr>
          <p:cNvSpPr txBox="1"/>
          <p:nvPr>
            <p:custDataLst>
              <p:tags r:id="rId3"/>
            </p:custDataLst>
          </p:nvPr>
        </p:nvSpPr>
        <p:spPr>
          <a:xfrm>
            <a:off x="468629" y="41275"/>
            <a:ext cx="8231645"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000"/>
              </a:spcBef>
              <a:buSzPct val="100000"/>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一、研究背景</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水解产物精制分离手段</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 name="图示 1">
            <a:extLst>
              <a:ext uri="{FF2B5EF4-FFF2-40B4-BE49-F238E27FC236}">
                <a16:creationId xmlns:a16="http://schemas.microsoft.com/office/drawing/2014/main" id="{E4160450-AEFD-1375-05D3-8AED1B7BCF22}"/>
              </a:ext>
            </a:extLst>
          </p:cNvPr>
          <p:cNvGraphicFramePr/>
          <p:nvPr>
            <p:extLst>
              <p:ext uri="{D42A27DB-BD31-4B8C-83A1-F6EECF244321}">
                <p14:modId xmlns:p14="http://schemas.microsoft.com/office/powerpoint/2010/main" val="2034945692"/>
              </p:ext>
            </p:extLst>
          </p:nvPr>
        </p:nvGraphicFramePr>
        <p:xfrm>
          <a:off x="313242" y="637202"/>
          <a:ext cx="7708351" cy="302843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文本框 2">
            <a:extLst>
              <a:ext uri="{FF2B5EF4-FFF2-40B4-BE49-F238E27FC236}">
                <a16:creationId xmlns:a16="http://schemas.microsoft.com/office/drawing/2014/main" id="{55BD4D86-CEA4-B4B6-8476-9A7F0C072220}"/>
              </a:ext>
            </a:extLst>
          </p:cNvPr>
          <p:cNvSpPr txBox="1"/>
          <p:nvPr/>
        </p:nvSpPr>
        <p:spPr>
          <a:xfrm>
            <a:off x="368604" y="3891737"/>
            <a:ext cx="7651454" cy="307777"/>
          </a:xfrm>
          <a:prstGeom prst="rect">
            <a:avLst/>
          </a:prstGeom>
          <a:noFill/>
          <a:ln w="19050">
            <a:solidFill>
              <a:srgbClr val="0F6FC6"/>
            </a:solidFill>
            <a:prstDash val="dash"/>
          </a:ln>
        </p:spPr>
        <p:txBody>
          <a:bodyPr wrap="none" rtlCol="0">
            <a:spAutoFit/>
          </a:bodyPr>
          <a:lstStyle/>
          <a:p>
            <a:r>
              <a:rPr lang="zh-CN" altLang="en-US" sz="1400" dirty="0">
                <a:latin typeface="微软雅黑" panose="020B0503020204020204" pitchFamily="34" charset="-122"/>
                <a:ea typeface="微软雅黑" panose="020B0503020204020204" pitchFamily="34" charset="-122"/>
              </a:rPr>
              <a:t>因为尼龙</a:t>
            </a:r>
            <a:r>
              <a:rPr lang="en-US" altLang="zh-CN" sz="1400" dirty="0">
                <a:latin typeface="微软雅黑" panose="020B0503020204020204" pitchFamily="34" charset="-122"/>
                <a:ea typeface="微软雅黑" panose="020B0503020204020204" pitchFamily="34" charset="-122"/>
              </a:rPr>
              <a:t>6</a:t>
            </a:r>
            <a:r>
              <a:rPr lang="zh-CN" altLang="en-US" sz="1400" dirty="0">
                <a:solidFill>
                  <a:srgbClr val="C00000"/>
                </a:solidFill>
                <a:latin typeface="微软雅黑" panose="020B0503020204020204" pitchFamily="34" charset="-122"/>
                <a:ea typeface="微软雅黑" panose="020B0503020204020204" pitchFamily="34" charset="-122"/>
              </a:rPr>
              <a:t>水解产物较复杂</a:t>
            </a:r>
            <a:r>
              <a:rPr lang="zh-CN" altLang="en-US" sz="1400" dirty="0">
                <a:latin typeface="微软雅黑" panose="020B0503020204020204" pitchFamily="34" charset="-122"/>
                <a:ea typeface="微软雅黑" panose="020B0503020204020204" pitchFamily="34" charset="-122"/>
              </a:rPr>
              <a:t>，用单一分离手段较难分离，需根据水解产物特性结合多种分离手段</a:t>
            </a:r>
          </a:p>
        </p:txBody>
      </p:sp>
    </p:spTree>
    <p:extLst>
      <p:ext uri="{BB962C8B-B14F-4D97-AF65-F5344CB8AC3E}">
        <p14:creationId xmlns:p14="http://schemas.microsoft.com/office/powerpoint/2010/main" val="201934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8</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itle 6">
            <a:extLst>
              <a:ext uri="{FF2B5EF4-FFF2-40B4-BE49-F238E27FC236}">
                <a16:creationId xmlns:a16="http://schemas.microsoft.com/office/drawing/2014/main" id="{0C9490C6-99A0-6FE1-67E7-AD32BE257EAD}"/>
              </a:ext>
            </a:extLst>
          </p:cNvPr>
          <p:cNvSpPr txBox="1"/>
          <p:nvPr>
            <p:custDataLst>
              <p:tags r:id="rId3"/>
            </p:custDataLst>
          </p:nvPr>
        </p:nvSpPr>
        <p:spPr>
          <a:xfrm>
            <a:off x="468629" y="41275"/>
            <a:ext cx="8231645"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00000"/>
              </a:lnSpc>
              <a:spcBef>
                <a:spcPts val="1000"/>
              </a:spcBef>
              <a:buSzPct val="100000"/>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一、研究背景</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a:extLst>
              <a:ext uri="{FF2B5EF4-FFF2-40B4-BE49-F238E27FC236}">
                <a16:creationId xmlns:a16="http://schemas.microsoft.com/office/drawing/2014/main" id="{6FC3FF04-E05C-EBDB-44E4-D5B7241BDC81}"/>
              </a:ext>
            </a:extLst>
          </p:cNvPr>
          <p:cNvSpPr txBox="1"/>
          <p:nvPr/>
        </p:nvSpPr>
        <p:spPr>
          <a:xfrm>
            <a:off x="0" y="720660"/>
            <a:ext cx="8911414" cy="3108543"/>
          </a:xfrm>
          <a:prstGeom prst="rect">
            <a:avLst/>
          </a:prstGeom>
          <a:noFill/>
        </p:spPr>
        <p:txBody>
          <a:bodyPr wrap="none" rtlCol="0">
            <a:spAutoFit/>
          </a:bodyPr>
          <a:lstStyle/>
          <a:p>
            <a:r>
              <a:rPr lang="zh-CN" altLang="en-US" sz="1400" b="1" dirty="0">
                <a:solidFill>
                  <a:srgbClr val="C00000"/>
                </a:solidFill>
                <a:latin typeface="微软雅黑" panose="020B0503020204020204" pitchFamily="34" charset="-122"/>
                <a:ea typeface="微软雅黑" panose="020B0503020204020204" pitchFamily="34" charset="-122"/>
              </a:rPr>
              <a:t>意义</a:t>
            </a:r>
            <a:endParaRPr lang="en-US" altLang="zh-CN" sz="1400" b="1" dirty="0">
              <a:solidFill>
                <a:srgbClr val="C00000"/>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rPr>
              <a:t>尼龙</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回收可以减少废弃物排放和能源消耗，符合绿色化工的要求。化学回收法通过将尼龙</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解聚为高价值</a:t>
            </a:r>
            <a:endParaRPr lang="en-US" altLang="zh-CN" sz="1400" dirty="0">
              <a:latin typeface="微软雅黑" panose="020B0503020204020204" pitchFamily="34" charset="-122"/>
              <a:ea typeface="微软雅黑" panose="020B0503020204020204" pitchFamily="34" charset="-122"/>
            </a:endParaRPr>
          </a:p>
          <a:p>
            <a:r>
              <a:rPr lang="zh-CN" altLang="en-US" sz="1400" dirty="0">
                <a:latin typeface="微软雅黑" panose="020B0503020204020204" pitchFamily="34" charset="-122"/>
                <a:ea typeface="微软雅黑" panose="020B0503020204020204" pitchFamily="34" charset="-122"/>
              </a:rPr>
              <a:t>的己内酰胺单体，可以降低尼龙</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的生产成本，有利于发展尼龙</a:t>
            </a:r>
            <a:r>
              <a:rPr lang="en-US" altLang="zh-CN" sz="1400" dirty="0">
                <a:latin typeface="微软雅黑" panose="020B0503020204020204" pitchFamily="34" charset="-122"/>
                <a:ea typeface="微软雅黑" panose="020B0503020204020204" pitchFamily="34" charset="-122"/>
              </a:rPr>
              <a:t>6</a:t>
            </a:r>
            <a:r>
              <a:rPr lang="zh-CN" altLang="en-US" sz="1400" dirty="0">
                <a:latin typeface="微软雅黑" panose="020B0503020204020204" pitchFamily="34" charset="-122"/>
                <a:ea typeface="微软雅黑" panose="020B0503020204020204" pitchFamily="34" charset="-122"/>
              </a:rPr>
              <a:t>的循环经济。</a:t>
            </a:r>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r>
              <a:rPr lang="zh-CN" altLang="en-US" sz="1400" b="1" dirty="0">
                <a:solidFill>
                  <a:srgbClr val="C00000"/>
                </a:solidFill>
                <a:latin typeface="微软雅黑" panose="020B0503020204020204" pitchFamily="34" charset="-122"/>
                <a:ea typeface="微软雅黑" panose="020B0503020204020204" pitchFamily="34" charset="-122"/>
              </a:rPr>
              <a:t>难点</a:t>
            </a:r>
            <a:endParaRPr lang="en-US" altLang="zh-CN" sz="1400" b="1" dirty="0">
              <a:solidFill>
                <a:srgbClr val="C00000"/>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rPr>
              <a:t>化学回收法大多需要在</a:t>
            </a:r>
            <a:r>
              <a:rPr lang="zh-CN" altLang="en-US" sz="1400" dirty="0">
                <a:solidFill>
                  <a:srgbClr val="FF0000"/>
                </a:solidFill>
                <a:latin typeface="微软雅黑" panose="020B0503020204020204" pitchFamily="34" charset="-122"/>
                <a:ea typeface="微软雅黑" panose="020B0503020204020204" pitchFamily="34" charset="-122"/>
              </a:rPr>
              <a:t>高温高压</a:t>
            </a:r>
            <a:r>
              <a:rPr lang="zh-CN" altLang="en-US" sz="1400" dirty="0">
                <a:latin typeface="微软雅黑" panose="020B0503020204020204" pitchFamily="34" charset="-122"/>
                <a:ea typeface="微软雅黑" panose="020B0503020204020204" pitchFamily="34" charset="-122"/>
              </a:rPr>
              <a:t>的条件下进行，对设备要求较高；反应产物稳定性差，易发生二次反应</a:t>
            </a: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400" dirty="0">
                <a:solidFill>
                  <a:srgbClr val="FF0000"/>
                </a:solidFill>
                <a:latin typeface="微软雅黑" panose="020B0503020204020204" pitchFamily="34" charset="-122"/>
                <a:ea typeface="微软雅黑" panose="020B0503020204020204" pitchFamily="34" charset="-122"/>
              </a:rPr>
              <a:t>解聚产物成分复杂</a:t>
            </a:r>
            <a:r>
              <a:rPr lang="zh-CN" altLang="en-US" sz="1400" dirty="0">
                <a:latin typeface="微软雅黑" panose="020B0503020204020204" pitchFamily="34" charset="-122"/>
                <a:ea typeface="微软雅黑" panose="020B0503020204020204" pitchFamily="34" charset="-122"/>
              </a:rPr>
              <a:t>，己内酰胺单体分离纯化困难</a:t>
            </a: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rPr>
              <a:t>己内酰胺生产的精制手段未必适用于水解产物分离，需要开发区别于现有己内酰胺精制路线的全新精制工艺</a:t>
            </a: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endParaRPr lang="en-US" altLang="zh-CN"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45562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65049" y="1333013"/>
            <a:ext cx="1416524" cy="461665"/>
          </a:xfrm>
          <a:prstGeom prst="rect">
            <a:avLst/>
          </a:prstGeom>
        </p:spPr>
        <p:txBody>
          <a:bodyPr wrap="none">
            <a:spAutoFit/>
          </a:bodyPr>
          <a:lstStyle/>
          <a:p>
            <a:r>
              <a:rPr lang="en-US" altLang="zh-CN" sz="2400" dirty="0">
                <a:solidFill>
                  <a:schemeClr val="bg1"/>
                </a:solidFill>
                <a:latin typeface="Arial" panose="020B0604020202020204"/>
                <a:cs typeface="Arial" panose="020B0604020202020204"/>
              </a:rPr>
              <a:t>Contents</a:t>
            </a:r>
            <a:endParaRPr lang="zh-CN" altLang="en-US" sz="2400" dirty="0">
              <a:solidFill>
                <a:schemeClr val="bg1"/>
              </a:solidFill>
              <a:latin typeface="Arial" panose="020B0604020202020204"/>
              <a:cs typeface="Arial" panose="020B0604020202020204"/>
            </a:endParaRPr>
          </a:p>
        </p:txBody>
      </p:sp>
      <p:sp>
        <p:nvSpPr>
          <p:cNvPr id="3" name="矩形 2"/>
          <p:cNvSpPr/>
          <p:nvPr/>
        </p:nvSpPr>
        <p:spPr>
          <a:xfrm>
            <a:off x="7560749" y="1707630"/>
            <a:ext cx="889987" cy="461665"/>
          </a:xfrm>
          <a:prstGeom prst="rect">
            <a:avLst/>
          </a:prstGeom>
        </p:spPr>
        <p:txBody>
          <a:bodyPr wrap="none">
            <a:spAutoFit/>
          </a:bodyPr>
          <a:lstStyle/>
          <a:p>
            <a:r>
              <a:rPr lang="zh-CN" altLang="en-US" sz="2400" dirty="0">
                <a:solidFill>
                  <a:srgbClr val="FFFFFF"/>
                </a:solidFill>
                <a:latin typeface="方正兰亭中黑简体" panose="02000000000000000000" charset="-122"/>
                <a:ea typeface="方正兰亭中黑简体" panose="02000000000000000000" charset="-122"/>
              </a:rPr>
              <a:t>目 录</a:t>
            </a:r>
          </a:p>
        </p:txBody>
      </p:sp>
      <p:sp>
        <p:nvSpPr>
          <p:cNvPr id="5" name="矩形 4">
            <a:extLst>
              <a:ext uri="{FF2B5EF4-FFF2-40B4-BE49-F238E27FC236}">
                <a16:creationId xmlns:a16="http://schemas.microsoft.com/office/drawing/2014/main" id="{ABEB48CB-B19B-703A-0DFB-59DC2E99FEC5}"/>
              </a:ext>
            </a:extLst>
          </p:cNvPr>
          <p:cNvSpPr/>
          <p:nvPr>
            <p:custDataLst>
              <p:tags r:id="rId1"/>
            </p:custDataLst>
          </p:nvPr>
        </p:nvSpPr>
        <p:spPr>
          <a:xfrm>
            <a:off x="1404620" y="1281430"/>
            <a:ext cx="5400675" cy="3482975"/>
          </a:xfrm>
          <a:prstGeom prst="rect">
            <a:avLst/>
          </a:prstGeom>
        </p:spPr>
        <p:txBody>
          <a:bodyPr wrap="square" lIns="91437" tIns="45718" rIns="91437" bIns="45718">
            <a:noAutofit/>
          </a:bodyPr>
          <a:lstStyle/>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一、研究背景</a:t>
            </a:r>
            <a:endParaRPr lang="en-US" altLang="zh-CN" sz="2800" b="1" dirty="0">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cs typeface="Heiti SC Light"/>
              </a:rPr>
              <a:t>二、文献综述</a:t>
            </a:r>
            <a:endParaRPr lang="en-US" altLang="zh-CN" sz="2800" b="1" dirty="0">
              <a:solidFill>
                <a:srgbClr val="FF0000"/>
              </a:solidFill>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三、研究内容</a:t>
            </a:r>
            <a:endParaRPr lang="en-US" altLang="zh-CN" sz="2800" b="1" dirty="0">
              <a:solidFill>
                <a:schemeClr val="tx1"/>
              </a:solidFill>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四、实验安排</a:t>
            </a:r>
            <a:endParaRPr lang="en-US" altLang="zh-CN" sz="2800" b="1" dirty="0">
              <a:latin typeface="微软雅黑" panose="020B0503020204020204" pitchFamily="34" charset="-122"/>
              <a:ea typeface="微软雅黑" panose="020B0503020204020204" pitchFamily="34" charset="-122"/>
              <a:cs typeface="Heiti SC Light"/>
            </a:endParaRPr>
          </a:p>
        </p:txBody>
      </p:sp>
    </p:spTree>
    <p:extLst>
      <p:ext uri="{BB962C8B-B14F-4D97-AF65-F5344CB8AC3E}">
        <p14:creationId xmlns:p14="http://schemas.microsoft.com/office/powerpoint/2010/main" val="1572933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10</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2F8ABC32-CF68-631D-58B3-94865B644A00}"/>
              </a:ext>
            </a:extLst>
          </p:cNvPr>
          <p:cNvSpPr txBox="1"/>
          <p:nvPr>
            <p:custDataLst>
              <p:tags r:id="rId3"/>
            </p:custDataLst>
          </p:nvPr>
        </p:nvSpPr>
        <p:spPr>
          <a:xfrm>
            <a:off x="468629" y="41275"/>
            <a:ext cx="6055263"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废尼龙</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的水热解聚回收</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a:extLst>
              <a:ext uri="{FF2B5EF4-FFF2-40B4-BE49-F238E27FC236}">
                <a16:creationId xmlns:a16="http://schemas.microsoft.com/office/drawing/2014/main" id="{4BB4248C-7B05-8A75-5B8C-48AB1E64D23B}"/>
              </a:ext>
            </a:extLst>
          </p:cNvPr>
          <p:cNvGraphicFramePr>
            <a:graphicFrameLocks noGrp="1"/>
          </p:cNvGraphicFramePr>
          <p:nvPr>
            <p:extLst>
              <p:ext uri="{D42A27DB-BD31-4B8C-83A1-F6EECF244321}">
                <p14:modId xmlns:p14="http://schemas.microsoft.com/office/powerpoint/2010/main" val="2953062802"/>
              </p:ext>
            </p:extLst>
          </p:nvPr>
        </p:nvGraphicFramePr>
        <p:xfrm>
          <a:off x="107380" y="3003810"/>
          <a:ext cx="8680461" cy="1501135"/>
        </p:xfrm>
        <a:graphic>
          <a:graphicData uri="http://schemas.openxmlformats.org/drawingml/2006/table">
            <a:tbl>
              <a:tblPr firstRow="1" bandRow="1">
                <a:tableStyleId>{5C22544A-7EE6-4342-B048-85BDC9FD1C3A}</a:tableStyleId>
              </a:tblPr>
              <a:tblGrid>
                <a:gridCol w="1646135">
                  <a:extLst>
                    <a:ext uri="{9D8B030D-6E8A-4147-A177-3AD203B41FA5}">
                      <a16:colId xmlns:a16="http://schemas.microsoft.com/office/drawing/2014/main" val="3065021527"/>
                    </a:ext>
                  </a:extLst>
                </a:gridCol>
                <a:gridCol w="2016280">
                  <a:extLst>
                    <a:ext uri="{9D8B030D-6E8A-4147-A177-3AD203B41FA5}">
                      <a16:colId xmlns:a16="http://schemas.microsoft.com/office/drawing/2014/main" val="3670634855"/>
                    </a:ext>
                  </a:extLst>
                </a:gridCol>
                <a:gridCol w="1524120">
                  <a:extLst>
                    <a:ext uri="{9D8B030D-6E8A-4147-A177-3AD203B41FA5}">
                      <a16:colId xmlns:a16="http://schemas.microsoft.com/office/drawing/2014/main" val="1928540179"/>
                    </a:ext>
                  </a:extLst>
                </a:gridCol>
                <a:gridCol w="1728845">
                  <a:extLst>
                    <a:ext uri="{9D8B030D-6E8A-4147-A177-3AD203B41FA5}">
                      <a16:colId xmlns:a16="http://schemas.microsoft.com/office/drawing/2014/main" val="2644300177"/>
                    </a:ext>
                  </a:extLst>
                </a:gridCol>
                <a:gridCol w="1765081">
                  <a:extLst>
                    <a:ext uri="{9D8B030D-6E8A-4147-A177-3AD203B41FA5}">
                      <a16:colId xmlns:a16="http://schemas.microsoft.com/office/drawing/2014/main" val="3594495161"/>
                    </a:ext>
                  </a:extLst>
                </a:gridCol>
              </a:tblGrid>
              <a:tr h="300227">
                <a:tc>
                  <a:txBody>
                    <a:bodyPr/>
                    <a:lstStyle/>
                    <a:p>
                      <a:pPr algn="ctr"/>
                      <a:r>
                        <a:rPr lang="zh-CN" altLang="en-US" sz="1000" dirty="0">
                          <a:latin typeface="微软雅黑" panose="020B0503020204020204" pitchFamily="34" charset="-122"/>
                          <a:ea typeface="微软雅黑" panose="020B0503020204020204" pitchFamily="34" charset="-122"/>
                        </a:rPr>
                        <a:t>相关文献</a:t>
                      </a:r>
                    </a:p>
                  </a:txBody>
                  <a:tcPr anchor="ctr"/>
                </a:tc>
                <a:tc>
                  <a:txBody>
                    <a:bodyPr/>
                    <a:lstStyle/>
                    <a:p>
                      <a:pPr algn="ctr"/>
                      <a:r>
                        <a:rPr lang="zh-CN" altLang="en-US" sz="1000" dirty="0">
                          <a:latin typeface="微软雅黑" panose="020B0503020204020204" pitchFamily="34" charset="-122"/>
                          <a:ea typeface="微软雅黑" panose="020B0503020204020204" pitchFamily="34" charset="-122"/>
                        </a:rPr>
                        <a:t>反应条件</a:t>
                      </a:r>
                    </a:p>
                  </a:txBody>
                  <a:tcPr anchor="ctr"/>
                </a:tc>
                <a:tc>
                  <a:txBody>
                    <a:bodyPr/>
                    <a:lstStyle/>
                    <a:p>
                      <a:pPr algn="ctr"/>
                      <a:r>
                        <a:rPr lang="zh-CN" altLang="en-US" sz="1000" dirty="0">
                          <a:latin typeface="微软雅黑" panose="020B0503020204020204" pitchFamily="34" charset="-122"/>
                          <a:ea typeface="微软雅黑" panose="020B0503020204020204" pitchFamily="34" charset="-122"/>
                        </a:rPr>
                        <a:t>溶剂</a:t>
                      </a:r>
                      <a:r>
                        <a:rPr lang="en-US" altLang="zh-CN" sz="1000" dirty="0">
                          <a:latin typeface="微软雅黑" panose="020B0503020204020204" pitchFamily="34" charset="-122"/>
                          <a:ea typeface="微软雅黑" panose="020B0503020204020204" pitchFamily="34" charset="-122"/>
                        </a:rPr>
                        <a:t>/</a:t>
                      </a:r>
                      <a:r>
                        <a:rPr lang="zh-CN" altLang="en-US" sz="1000" dirty="0">
                          <a:latin typeface="微软雅黑" panose="020B0503020204020204" pitchFamily="34" charset="-122"/>
                          <a:ea typeface="微软雅黑" panose="020B0503020204020204" pitchFamily="34" charset="-122"/>
                        </a:rPr>
                        <a:t>催化剂</a:t>
                      </a:r>
                    </a:p>
                  </a:txBody>
                  <a:tcPr anchor="ctr"/>
                </a:tc>
                <a:tc>
                  <a:txBody>
                    <a:bodyPr/>
                    <a:lstStyle/>
                    <a:p>
                      <a:pPr algn="ctr"/>
                      <a:r>
                        <a:rPr lang="zh-CN" altLang="en-US" sz="1000" dirty="0">
                          <a:latin typeface="微软雅黑" panose="020B0503020204020204" pitchFamily="34" charset="-122"/>
                          <a:ea typeface="微软雅黑" panose="020B0503020204020204" pitchFamily="34" charset="-122"/>
                        </a:rPr>
                        <a:t>液相主要产物</a:t>
                      </a:r>
                    </a:p>
                  </a:txBody>
                  <a:tcPr anchor="ctr"/>
                </a:tc>
                <a:tc>
                  <a:txBody>
                    <a:bodyPr/>
                    <a:lstStyle/>
                    <a:p>
                      <a:pPr algn="ctr"/>
                      <a:r>
                        <a:rPr lang="zh-CN" altLang="en-US" sz="1000" dirty="0">
                          <a:latin typeface="微软雅黑" panose="020B0503020204020204" pitchFamily="34" charset="-122"/>
                          <a:ea typeface="微软雅黑" panose="020B0503020204020204" pitchFamily="34" charset="-122"/>
                        </a:rPr>
                        <a:t>最大</a:t>
                      </a:r>
                      <a:r>
                        <a:rPr lang="en-US" altLang="zh-CN" sz="1000" dirty="0">
                          <a:latin typeface="微软雅黑" panose="020B0503020204020204" pitchFamily="34" charset="-122"/>
                          <a:ea typeface="微软雅黑" panose="020B0503020204020204" pitchFamily="34" charset="-122"/>
                        </a:rPr>
                        <a:t>CL</a:t>
                      </a:r>
                      <a:r>
                        <a:rPr lang="zh-CN" altLang="en-US" sz="1000" dirty="0">
                          <a:latin typeface="微软雅黑" panose="020B0503020204020204" pitchFamily="34" charset="-122"/>
                          <a:ea typeface="微软雅黑" panose="020B0503020204020204" pitchFamily="34" charset="-122"/>
                        </a:rPr>
                        <a:t>或</a:t>
                      </a:r>
                      <a:r>
                        <a:rPr lang="en-US" altLang="zh-CN" sz="1000" dirty="0">
                          <a:latin typeface="微软雅黑" panose="020B0503020204020204" pitchFamily="34" charset="-122"/>
                          <a:ea typeface="微软雅黑" panose="020B0503020204020204" pitchFamily="34" charset="-122"/>
                        </a:rPr>
                        <a:t>ACA</a:t>
                      </a:r>
                      <a:r>
                        <a:rPr lang="zh-CN" altLang="en-US" sz="1000" dirty="0">
                          <a:latin typeface="微软雅黑" panose="020B0503020204020204" pitchFamily="34" charset="-122"/>
                          <a:ea typeface="微软雅黑" panose="020B0503020204020204" pitchFamily="34" charset="-122"/>
                        </a:rPr>
                        <a:t>收率</a:t>
                      </a:r>
                      <a:r>
                        <a:rPr lang="en-US" altLang="zh-CN" sz="1000" dirty="0">
                          <a:latin typeface="微软雅黑" panose="020B0503020204020204" pitchFamily="34" charset="-122"/>
                          <a:ea typeface="微软雅黑" panose="020B0503020204020204" pitchFamily="34" charset="-122"/>
                        </a:rPr>
                        <a:t>Y[%]</a:t>
                      </a:r>
                      <a:endParaRPr lang="zh-CN" altLang="en-US" sz="1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156602619"/>
                  </a:ext>
                </a:extLst>
              </a:tr>
              <a:tr h="300227">
                <a:tc>
                  <a:txBody>
                    <a:bodyPr/>
                    <a:lstStyle/>
                    <a:p>
                      <a:pPr algn="ctr"/>
                      <a:r>
                        <a:rPr lang="en-US" altLang="zh-CN" sz="1000" dirty="0" err="1">
                          <a:latin typeface="微软雅黑" panose="020B0503020204020204" pitchFamily="34" charset="-122"/>
                          <a:ea typeface="微软雅黑" panose="020B0503020204020204" pitchFamily="34" charset="-122"/>
                        </a:rPr>
                        <a:t>Klun</a:t>
                      </a:r>
                      <a:r>
                        <a:rPr lang="en-US" altLang="zh-CN" sz="1000" dirty="0">
                          <a:latin typeface="微软雅黑" panose="020B0503020204020204" pitchFamily="34" charset="-122"/>
                          <a:ea typeface="微软雅黑" panose="020B0503020204020204" pitchFamily="34" charset="-122"/>
                        </a:rPr>
                        <a:t> and </a:t>
                      </a:r>
                      <a:r>
                        <a:rPr lang="en-US" altLang="zh-CN" sz="1000" dirty="0" err="1">
                          <a:latin typeface="微软雅黑" panose="020B0503020204020204" pitchFamily="34" charset="-122"/>
                          <a:ea typeface="微软雅黑" panose="020B0503020204020204" pitchFamily="34" charset="-122"/>
                        </a:rPr>
                        <a:t>Krzan</a:t>
                      </a:r>
                      <a:r>
                        <a:rPr lang="en-US" altLang="zh-CN" sz="1000" dirty="0">
                          <a:latin typeface="微软雅黑" panose="020B0503020204020204" pitchFamily="34" charset="-122"/>
                          <a:ea typeface="微软雅黑" panose="020B0503020204020204" pitchFamily="34" charset="-122"/>
                        </a:rPr>
                        <a:t>(2000)</a:t>
                      </a:r>
                      <a:r>
                        <a:rPr lang="en-US" altLang="zh-CN" sz="1000" baseline="30000" dirty="0">
                          <a:latin typeface="微软雅黑" panose="020B0503020204020204" pitchFamily="34" charset="-122"/>
                          <a:ea typeface="微软雅黑" panose="020B0503020204020204" pitchFamily="34" charset="-122"/>
                        </a:rPr>
                        <a:t>[1]</a:t>
                      </a:r>
                      <a:endParaRPr lang="zh-CN" altLang="en-US" sz="1000" baseline="30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000" dirty="0">
                          <a:latin typeface="微软雅黑" panose="020B0503020204020204" pitchFamily="34" charset="-122"/>
                          <a:ea typeface="微软雅黑" panose="020B0503020204020204" pitchFamily="34" charset="-122"/>
                        </a:rPr>
                        <a:t>微波辅助，</a:t>
                      </a:r>
                      <a:r>
                        <a:rPr lang="en-US" altLang="zh-CN" sz="1000" dirty="0">
                          <a:latin typeface="微软雅黑" panose="020B0503020204020204" pitchFamily="34" charset="-122"/>
                          <a:ea typeface="微软雅黑" panose="020B0503020204020204" pitchFamily="34" charset="-122"/>
                        </a:rPr>
                        <a:t>0-300</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0-23min</a:t>
                      </a:r>
                      <a:endParaRPr lang="zh-CN" altLang="en-US" sz="1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H</a:t>
                      </a:r>
                      <a:r>
                        <a:rPr lang="en-US" altLang="zh-CN" sz="1000" baseline="-25000" dirty="0">
                          <a:latin typeface="微软雅黑" panose="020B0503020204020204" pitchFamily="34" charset="-122"/>
                          <a:ea typeface="微软雅黑" panose="020B0503020204020204" pitchFamily="34" charset="-122"/>
                        </a:rPr>
                        <a:t>3</a:t>
                      </a:r>
                      <a:r>
                        <a:rPr lang="en-US" altLang="zh-CN" sz="1000" dirty="0">
                          <a:latin typeface="微软雅黑" panose="020B0503020204020204" pitchFamily="34" charset="-122"/>
                          <a:ea typeface="微软雅黑" panose="020B0503020204020204" pitchFamily="34" charset="-122"/>
                        </a:rPr>
                        <a:t>PO</a:t>
                      </a:r>
                      <a:r>
                        <a:rPr lang="en-US" altLang="zh-CN" sz="1000" baseline="-25000" dirty="0">
                          <a:latin typeface="微软雅黑" panose="020B0503020204020204" pitchFamily="34" charset="-122"/>
                          <a:ea typeface="微软雅黑" panose="020B0503020204020204" pitchFamily="34" charset="-122"/>
                        </a:rPr>
                        <a:t>4</a:t>
                      </a:r>
                      <a:r>
                        <a:rPr lang="en-US" altLang="zh-CN" sz="1000" dirty="0">
                          <a:latin typeface="微软雅黑" panose="020B0503020204020204" pitchFamily="34" charset="-122"/>
                          <a:ea typeface="微软雅黑" panose="020B0503020204020204" pitchFamily="34" charset="-122"/>
                        </a:rPr>
                        <a:t> </a:t>
                      </a:r>
                      <a:endParaRPr lang="zh-CN" altLang="en-US" sz="1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ACA, CL, </a:t>
                      </a:r>
                      <a:r>
                        <a:rPr lang="zh-CN" altLang="en-US" sz="1000" dirty="0">
                          <a:latin typeface="微软雅黑" panose="020B0503020204020204" pitchFamily="34" charset="-122"/>
                          <a:ea typeface="微软雅黑" panose="020B0503020204020204" pitchFamily="34" charset="-122"/>
                        </a:rPr>
                        <a:t>环状低聚物</a:t>
                      </a: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a:t>
                      </a:r>
                      <a:endParaRPr lang="zh-CN" altLang="en-US" sz="1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864747838"/>
                  </a:ext>
                </a:extLst>
              </a:tr>
              <a:tr h="300227">
                <a:tc>
                  <a:txBody>
                    <a:bodyPr/>
                    <a:lstStyle/>
                    <a:p>
                      <a:pPr algn="ctr"/>
                      <a:r>
                        <a:rPr lang="da-DK" altLang="zh-CN" sz="1000" dirty="0">
                          <a:latin typeface="微软雅黑" panose="020B0503020204020204" pitchFamily="34" charset="-122"/>
                          <a:ea typeface="微软雅黑" panose="020B0503020204020204" pitchFamily="34" charset="-122"/>
                        </a:rPr>
                        <a:t>Chen et al. (2010) </a:t>
                      </a:r>
                      <a:r>
                        <a:rPr lang="da-DK" altLang="zh-CN" sz="1000" baseline="30000" dirty="0">
                          <a:latin typeface="微软雅黑" panose="020B0503020204020204" pitchFamily="34" charset="-122"/>
                          <a:ea typeface="微软雅黑" panose="020B0503020204020204" pitchFamily="34" charset="-122"/>
                        </a:rPr>
                        <a:t>[2] </a:t>
                      </a:r>
                      <a:endParaRPr lang="zh-CN" altLang="en-US" sz="1000" baseline="30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280–300</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85min </a:t>
                      </a:r>
                      <a:endParaRPr lang="zh-CN" altLang="en-US" sz="1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HPA</a:t>
                      </a:r>
                      <a:r>
                        <a:rPr lang="zh-CN" altLang="en-US" sz="1000" dirty="0">
                          <a:latin typeface="微软雅黑" panose="020B0503020204020204" pitchFamily="34" charset="-122"/>
                          <a:ea typeface="微软雅黑" panose="020B0503020204020204" pitchFamily="34" charset="-122"/>
                        </a:rPr>
                        <a:t>（磷钨杂多酸）</a:t>
                      </a: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CL, ACA </a:t>
                      </a:r>
                      <a:endParaRPr lang="zh-CN" altLang="en-US" sz="1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78</a:t>
                      </a:r>
                      <a:endParaRPr lang="zh-CN" altLang="en-US" sz="1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602349743"/>
                  </a:ext>
                </a:extLst>
              </a:tr>
              <a:tr h="300227">
                <a:tc>
                  <a:txBody>
                    <a:bodyPr/>
                    <a:lstStyle/>
                    <a:p>
                      <a:pPr algn="ctr"/>
                      <a:r>
                        <a:rPr lang="da-DK" altLang="zh-CN" sz="1000" dirty="0">
                          <a:latin typeface="微软雅黑" panose="020B0503020204020204" pitchFamily="34" charset="-122"/>
                          <a:ea typeface="微软雅黑" panose="020B0503020204020204" pitchFamily="34" charset="-122"/>
                        </a:rPr>
                        <a:t>Wang et al. (2017) </a:t>
                      </a:r>
                      <a:r>
                        <a:rPr lang="da-DK" altLang="zh-CN" sz="1000" baseline="30000" dirty="0">
                          <a:latin typeface="微软雅黑" panose="020B0503020204020204" pitchFamily="34" charset="-122"/>
                          <a:ea typeface="微软雅黑" panose="020B0503020204020204" pitchFamily="34" charset="-122"/>
                        </a:rPr>
                        <a:t>[3] </a:t>
                      </a:r>
                      <a:endParaRPr lang="zh-CN" altLang="en-US" sz="1000" baseline="30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300–345</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0–110min </a:t>
                      </a:r>
                      <a:endParaRPr lang="zh-CN" altLang="en-US" sz="1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000" dirty="0">
                          <a:latin typeface="微软雅黑" panose="020B0503020204020204" pitchFamily="34" charset="-122"/>
                          <a:ea typeface="微软雅黑" panose="020B0503020204020204" pitchFamily="34" charset="-122"/>
                        </a:rPr>
                        <a:t>沸石</a:t>
                      </a:r>
                      <a:r>
                        <a:rPr lang="en-US" altLang="zh-CN" sz="1000" dirty="0">
                          <a:latin typeface="微软雅黑" panose="020B0503020204020204" pitchFamily="34" charset="-122"/>
                          <a:ea typeface="微软雅黑" panose="020B0503020204020204" pitchFamily="34" charset="-122"/>
                        </a:rPr>
                        <a:t>H</a:t>
                      </a:r>
                      <a:r>
                        <a:rPr lang="el-GR" altLang="zh-CN" sz="1000" dirty="0">
                          <a:latin typeface="微软雅黑" panose="020B0503020204020204" pitchFamily="34" charset="-122"/>
                          <a:ea typeface="微软雅黑" panose="020B0503020204020204" pitchFamily="34" charset="-122"/>
                        </a:rPr>
                        <a:t>β-25, γ-</a:t>
                      </a:r>
                      <a:r>
                        <a:rPr lang="en-US" altLang="zh-CN" sz="1000" dirty="0">
                          <a:latin typeface="微软雅黑" panose="020B0503020204020204" pitchFamily="34" charset="-122"/>
                          <a:ea typeface="微软雅黑" panose="020B0503020204020204" pitchFamily="34" charset="-122"/>
                        </a:rPr>
                        <a:t>Al2O3</a:t>
                      </a:r>
                      <a:endParaRPr lang="zh-CN" altLang="en-US" sz="1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CL </a:t>
                      </a:r>
                      <a:endParaRPr lang="zh-CN" altLang="en-US" sz="1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a:t>
                      </a:r>
                      <a:endParaRPr lang="zh-CN" altLang="en-US" sz="1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195220422"/>
                  </a:ext>
                </a:extLst>
              </a:tr>
              <a:tr h="300227">
                <a:tc>
                  <a:txBody>
                    <a:bodyPr/>
                    <a:lstStyle/>
                    <a:p>
                      <a:pPr algn="ctr"/>
                      <a:r>
                        <a:rPr lang="en-US" altLang="zh-CN" sz="1000" dirty="0">
                          <a:latin typeface="微软雅黑" panose="020B0503020204020204" pitchFamily="34" charset="-122"/>
                          <a:ea typeface="微软雅黑" panose="020B0503020204020204" pitchFamily="34" charset="-122"/>
                        </a:rPr>
                        <a:t>Darzi et al. (2022) </a:t>
                      </a:r>
                      <a:r>
                        <a:rPr lang="en-US" altLang="zh-CN" sz="1000" baseline="30000" dirty="0">
                          <a:latin typeface="微软雅黑" panose="020B0503020204020204" pitchFamily="34" charset="-122"/>
                          <a:ea typeface="微软雅黑" panose="020B0503020204020204" pitchFamily="34" charset="-122"/>
                        </a:rPr>
                        <a:t>[4] </a:t>
                      </a:r>
                      <a:endParaRPr lang="zh-CN" altLang="en-US" sz="1000" baseline="30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250–400</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30–90min </a:t>
                      </a:r>
                      <a:endParaRPr lang="zh-CN" altLang="en-US" sz="1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HTW</a:t>
                      </a:r>
                      <a:r>
                        <a:rPr lang="zh-CN" altLang="en-US" sz="1000" dirty="0">
                          <a:latin typeface="微软雅黑" panose="020B0503020204020204" pitchFamily="34" charset="-122"/>
                          <a:ea typeface="微软雅黑" panose="020B0503020204020204" pitchFamily="34" charset="-122"/>
                        </a:rPr>
                        <a:t>（亚临界水）</a:t>
                      </a: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CL, CL</a:t>
                      </a:r>
                      <a:r>
                        <a:rPr lang="zh-CN" altLang="en-US" sz="1000" dirty="0">
                          <a:latin typeface="微软雅黑" panose="020B0503020204020204" pitchFamily="34" charset="-122"/>
                          <a:ea typeface="微软雅黑" panose="020B0503020204020204" pitchFamily="34" charset="-122"/>
                        </a:rPr>
                        <a:t>二聚体</a:t>
                      </a:r>
                      <a:r>
                        <a:rPr lang="en-US" altLang="zh-CN" sz="1000" dirty="0">
                          <a:latin typeface="微软雅黑" panose="020B0503020204020204" pitchFamily="34" charset="-122"/>
                          <a:ea typeface="微软雅黑" panose="020B0503020204020204" pitchFamily="34" charset="-122"/>
                        </a:rPr>
                        <a:t>, </a:t>
                      </a:r>
                      <a:r>
                        <a:rPr lang="zh-CN" altLang="en-US" sz="1000" dirty="0">
                          <a:latin typeface="微软雅黑" panose="020B0503020204020204" pitchFamily="34" charset="-122"/>
                          <a:ea typeface="微软雅黑" panose="020B0503020204020204" pitchFamily="34" charset="-122"/>
                        </a:rPr>
                        <a:t>环戊烯</a:t>
                      </a:r>
                    </a:p>
                  </a:txBody>
                  <a:tcPr anchor="ctr"/>
                </a:tc>
                <a:tc>
                  <a:txBody>
                    <a:bodyPr/>
                    <a:lstStyle/>
                    <a:p>
                      <a:pPr algn="ctr"/>
                      <a:r>
                        <a:rPr lang="en-US" altLang="zh-CN" sz="1000" dirty="0">
                          <a:latin typeface="微软雅黑" panose="020B0503020204020204" pitchFamily="34" charset="-122"/>
                          <a:ea typeface="微软雅黑" panose="020B0503020204020204" pitchFamily="34" charset="-122"/>
                        </a:rPr>
                        <a:t>75</a:t>
                      </a:r>
                      <a:endParaRPr lang="zh-CN" altLang="en-US" sz="1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202651207"/>
                  </a:ext>
                </a:extLst>
              </a:tr>
            </a:tbl>
          </a:graphicData>
        </a:graphic>
      </p:graphicFrame>
      <p:sp>
        <p:nvSpPr>
          <p:cNvPr id="8" name="文本框 7">
            <a:extLst>
              <a:ext uri="{FF2B5EF4-FFF2-40B4-BE49-F238E27FC236}">
                <a16:creationId xmlns:a16="http://schemas.microsoft.com/office/drawing/2014/main" id="{ED1FCA87-E32C-011E-A1E6-9DEE32384B7B}"/>
              </a:ext>
            </a:extLst>
          </p:cNvPr>
          <p:cNvSpPr txBox="1"/>
          <p:nvPr/>
        </p:nvSpPr>
        <p:spPr>
          <a:xfrm>
            <a:off x="7033" y="549036"/>
            <a:ext cx="8068746" cy="461665"/>
          </a:xfrm>
          <a:prstGeom prst="rect">
            <a:avLst/>
          </a:prstGeom>
          <a:noFill/>
        </p:spPr>
        <p:txBody>
          <a:bodyPr wrap="square" rtlCol="0">
            <a:spAutoFit/>
          </a:bodyPr>
          <a:lstStyle/>
          <a:p>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亚临界水体系的优势：</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临界区域附近的水可以像极性溶剂一样溶解</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PA6</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，其介电常数较低，氢键结合能力较差，离子生成量是环境液态水的三倍，解离出的大量</a:t>
            </a:r>
            <a:r>
              <a:rPr lang="en-US" altLang="zh-CN"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12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OH</a:t>
            </a:r>
            <a:r>
              <a:rPr lang="en-US" altLang="zh-CN" sz="12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可催化</a:t>
            </a:r>
            <a:r>
              <a:rPr lang="en-US" altLang="zh-CN"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PA6</a:t>
            </a:r>
            <a:r>
              <a:rPr lang="zh-CN" alt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水解</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2" name="图片 81">
            <a:extLst>
              <a:ext uri="{FF2B5EF4-FFF2-40B4-BE49-F238E27FC236}">
                <a16:creationId xmlns:a16="http://schemas.microsoft.com/office/drawing/2014/main" id="{27E035B0-42F8-28B0-01CE-A3E6D487B859}"/>
              </a:ext>
            </a:extLst>
          </p:cNvPr>
          <p:cNvPicPr>
            <a:picLocks noChangeAspect="1"/>
          </p:cNvPicPr>
          <p:nvPr/>
        </p:nvPicPr>
        <p:blipFill>
          <a:blip r:embed="rId6"/>
          <a:stretch>
            <a:fillRect/>
          </a:stretch>
        </p:blipFill>
        <p:spPr>
          <a:xfrm>
            <a:off x="35370" y="1137338"/>
            <a:ext cx="5412843" cy="1559783"/>
          </a:xfrm>
          <a:prstGeom prst="rect">
            <a:avLst/>
          </a:prstGeom>
        </p:spPr>
      </p:pic>
      <p:sp>
        <p:nvSpPr>
          <p:cNvPr id="11" name="文本框 10">
            <a:extLst>
              <a:ext uri="{FF2B5EF4-FFF2-40B4-BE49-F238E27FC236}">
                <a16:creationId xmlns:a16="http://schemas.microsoft.com/office/drawing/2014/main" id="{9A121239-39E6-7983-DD89-BFEE8C8F2A99}"/>
              </a:ext>
            </a:extLst>
          </p:cNvPr>
          <p:cNvSpPr txBox="1"/>
          <p:nvPr/>
        </p:nvSpPr>
        <p:spPr>
          <a:xfrm>
            <a:off x="5448213" y="1372883"/>
            <a:ext cx="3384470" cy="988412"/>
          </a:xfrm>
          <a:prstGeom prst="rect">
            <a:avLst/>
          </a:prstGeom>
          <a:noFill/>
          <a:ln w="12700">
            <a:solidFill>
              <a:srgbClr val="0070C0"/>
            </a:solidFill>
            <a:prstDash val="sysDash"/>
          </a:ln>
        </p:spPr>
        <p:txBody>
          <a:bodyPr wrap="square">
            <a:spAutoFit/>
          </a:bodyPr>
          <a:lstStyle/>
          <a:p>
            <a:pPr>
              <a:lnSpc>
                <a:spcPts val="1800"/>
              </a:lnSpc>
            </a:pPr>
            <a:r>
              <a:rPr lang="en-US" altLang="zh-CN" sz="1000" b="1" dirty="0">
                <a:latin typeface="Times New Roman" panose="02020603050405020304" pitchFamily="18" charset="0"/>
                <a:ea typeface="微软雅黑" panose="020B0503020204020204" pitchFamily="34" charset="-122"/>
                <a:cs typeface="Times New Roman" panose="02020603050405020304" pitchFamily="18" charset="0"/>
              </a:rPr>
              <a:t>PA6</a:t>
            </a:r>
            <a:r>
              <a:rPr lang="zh-CN" altLang="en-US" sz="1000" b="1" dirty="0">
                <a:latin typeface="Times New Roman" panose="02020603050405020304" pitchFamily="18" charset="0"/>
                <a:ea typeface="微软雅黑" panose="020B0503020204020204" pitchFamily="34" charset="-122"/>
                <a:cs typeface="Times New Roman" panose="02020603050405020304" pitchFamily="18" charset="0"/>
              </a:rPr>
              <a:t>在亚临界水中的水解过程</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在高温下，</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PA6</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分子链之间的</a:t>
            </a:r>
            <a:r>
              <a:rPr lang="zh-CN" altLang="en-US"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氢键断裂</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PA6</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开始熔融</a:t>
            </a:r>
            <a:endParaRPr lang="en-US" altLang="zh-CN" sz="1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）在水中</a:t>
            </a:r>
            <a:r>
              <a:rPr lang="en-US" altLang="zh-CN"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10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和带</a:t>
            </a:r>
            <a:r>
              <a:rPr lang="zh-CN" altLang="en-US"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孤对电子的</a:t>
            </a:r>
            <a:r>
              <a:rPr lang="en-US" altLang="zh-CN" sz="1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作用下，开始生成大量</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CPL</a:t>
            </a:r>
            <a:endParaRPr lang="en-US" altLang="zh-CN" sz="1000" baseline="30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000" dirty="0">
                <a:latin typeface="Times New Roman" panose="02020603050405020304" pitchFamily="18" charset="0"/>
                <a:ea typeface="微软雅黑" panose="020B0503020204020204" pitchFamily="34" charset="-122"/>
                <a:cs typeface="Times New Roman" panose="02020603050405020304" pitchFamily="18" charset="0"/>
              </a:rPr>
              <a:t>）低聚物的溶解及生成少量</a:t>
            </a: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CPL</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A1B4C261-0CBF-9F8E-3834-64F73E706B24}"/>
              </a:ext>
            </a:extLst>
          </p:cNvPr>
          <p:cNvSpPr txBox="1"/>
          <p:nvPr/>
        </p:nvSpPr>
        <p:spPr>
          <a:xfrm>
            <a:off x="1115520" y="4594464"/>
            <a:ext cx="6696930" cy="461665"/>
          </a:xfrm>
          <a:prstGeom prst="rect">
            <a:avLst/>
          </a:prstGeom>
          <a:noFill/>
        </p:spPr>
        <p:txBody>
          <a:bodyPr wrap="square" rtlCol="0">
            <a:spAutoFit/>
          </a:bodyPr>
          <a:lstStyle/>
          <a:p>
            <a:r>
              <a:rPr lang="en-US" altLang="zh-CN" sz="600" dirty="0">
                <a:latin typeface="微软雅黑" panose="020B0503020204020204" pitchFamily="34" charset="-122"/>
                <a:ea typeface="微软雅黑" panose="020B0503020204020204" pitchFamily="34" charset="-122"/>
              </a:rPr>
              <a:t>[1]U. </a:t>
            </a:r>
            <a:r>
              <a:rPr lang="en-US" altLang="zh-CN" sz="600" dirty="0" err="1">
                <a:latin typeface="微软雅黑" panose="020B0503020204020204" pitchFamily="34" charset="-122"/>
                <a:ea typeface="微软雅黑" panose="020B0503020204020204" pitchFamily="34" charset="-122"/>
              </a:rPr>
              <a:t>Klun</a:t>
            </a:r>
            <a:r>
              <a:rPr lang="en-US" altLang="zh-CN" sz="600" dirty="0">
                <a:latin typeface="微软雅黑" panose="020B0503020204020204" pitchFamily="34" charset="-122"/>
                <a:ea typeface="微软雅黑" panose="020B0503020204020204" pitchFamily="34" charset="-122"/>
              </a:rPr>
              <a:t>, A. </a:t>
            </a:r>
            <a:r>
              <a:rPr lang="en-US" altLang="zh-CN" sz="600" dirty="0" err="1">
                <a:latin typeface="微软雅黑" panose="020B0503020204020204" pitchFamily="34" charset="-122"/>
                <a:ea typeface="微软雅黑" panose="020B0503020204020204" pitchFamily="34" charset="-122"/>
              </a:rPr>
              <a:t>Krzan</a:t>
            </a:r>
            <a:r>
              <a:rPr lang="en-US" altLang="zh-CN" sz="600" dirty="0">
                <a:latin typeface="微软雅黑" panose="020B0503020204020204" pitchFamily="34" charset="-122"/>
                <a:ea typeface="微软雅黑" panose="020B0503020204020204" pitchFamily="34" charset="-122"/>
              </a:rPr>
              <a:t>, Rapid microwave induced depolymerization of polyamide-6, Polymer 41 (2000) 4361–4365</a:t>
            </a:r>
          </a:p>
          <a:p>
            <a:r>
              <a:rPr lang="en-US" altLang="zh-CN" sz="600" dirty="0">
                <a:latin typeface="微软雅黑" panose="020B0503020204020204" pitchFamily="34" charset="-122"/>
                <a:ea typeface="微软雅黑" panose="020B0503020204020204" pitchFamily="34" charset="-122"/>
              </a:rPr>
              <a:t>[2] J. Chen, et al, Catalytic hydrothermal depolymerization of nylon 6, J Mater Cycles Waste </a:t>
            </a:r>
            <a:r>
              <a:rPr lang="en-US" altLang="zh-CN" sz="600" dirty="0" err="1">
                <a:latin typeface="微软雅黑" panose="020B0503020204020204" pitchFamily="34" charset="-122"/>
                <a:ea typeface="微软雅黑" panose="020B0503020204020204" pitchFamily="34" charset="-122"/>
              </a:rPr>
              <a:t>Manag</a:t>
            </a:r>
            <a:r>
              <a:rPr lang="en-US" altLang="zh-CN" sz="600" dirty="0">
                <a:latin typeface="微软雅黑" panose="020B0503020204020204" pitchFamily="34" charset="-122"/>
                <a:ea typeface="微软雅黑" panose="020B0503020204020204" pitchFamily="34" charset="-122"/>
              </a:rPr>
              <a:t> 12(2010) 321–325</a:t>
            </a:r>
          </a:p>
          <a:p>
            <a:r>
              <a:rPr lang="en-US" altLang="zh-CN" sz="600" dirty="0">
                <a:latin typeface="微软雅黑" panose="020B0503020204020204" pitchFamily="34" charset="-122"/>
                <a:ea typeface="微软雅黑" panose="020B0503020204020204" pitchFamily="34" charset="-122"/>
              </a:rPr>
              <a:t>[3] Z.-L.et al, Hydrothermal treatment of polyamide 6 with presence of lanthanum chloride, Chin J </a:t>
            </a:r>
            <a:r>
              <a:rPr lang="en-US" altLang="zh-CN" sz="600" dirty="0" err="1">
                <a:latin typeface="微软雅黑" panose="020B0503020204020204" pitchFamily="34" charset="-122"/>
                <a:ea typeface="微软雅黑" panose="020B0503020204020204" pitchFamily="34" charset="-122"/>
              </a:rPr>
              <a:t>Polym</a:t>
            </a:r>
            <a:r>
              <a:rPr lang="en-US" altLang="zh-CN" sz="600" dirty="0">
                <a:latin typeface="微软雅黑" panose="020B0503020204020204" pitchFamily="34" charset="-122"/>
                <a:ea typeface="微软雅黑" panose="020B0503020204020204" pitchFamily="34" charset="-122"/>
              </a:rPr>
              <a:t> Sci 34 (2016) 399–406</a:t>
            </a:r>
          </a:p>
          <a:p>
            <a:r>
              <a:rPr lang="en-US" altLang="zh-CN" sz="600" dirty="0">
                <a:latin typeface="微软雅黑" panose="020B0503020204020204" pitchFamily="34" charset="-122"/>
                <a:ea typeface="微软雅黑" panose="020B0503020204020204" pitchFamily="34" charset="-122"/>
              </a:rPr>
              <a:t>[4] R. </a:t>
            </a:r>
            <a:r>
              <a:rPr lang="en-US" altLang="zh-CN" sz="600" dirty="0" err="1">
                <a:latin typeface="微软雅黑" panose="020B0503020204020204" pitchFamily="34" charset="-122"/>
                <a:ea typeface="微软雅黑" panose="020B0503020204020204" pitchFamily="34" charset="-122"/>
              </a:rPr>
              <a:t>Darzi,et</a:t>
            </a:r>
            <a:r>
              <a:rPr lang="en-US" altLang="zh-CN" sz="600" dirty="0">
                <a:latin typeface="微软雅黑" panose="020B0503020204020204" pitchFamily="34" charset="-122"/>
                <a:ea typeface="微软雅黑" panose="020B0503020204020204" pitchFamily="34" charset="-122"/>
              </a:rPr>
              <a:t> al, Hydrothermal processing of </a:t>
            </a:r>
            <a:r>
              <a:rPr lang="en-US" altLang="zh-CN" sz="600" dirty="0" err="1">
                <a:latin typeface="微软雅黑" panose="020B0503020204020204" pitchFamily="34" charset="-122"/>
                <a:ea typeface="微软雅黑" panose="020B0503020204020204" pitchFamily="34" charset="-122"/>
              </a:rPr>
              <a:t>polyethyleneterephthalate</a:t>
            </a:r>
            <a:r>
              <a:rPr lang="en-US" altLang="zh-CN" sz="600" dirty="0">
                <a:latin typeface="微软雅黑" panose="020B0503020204020204" pitchFamily="34" charset="-122"/>
                <a:ea typeface="微软雅黑" panose="020B0503020204020204" pitchFamily="34" charset="-122"/>
              </a:rPr>
              <a:t> and nylon-6 mixture as a plastic waste upcycling treatment:, Waste </a:t>
            </a:r>
            <a:r>
              <a:rPr lang="en-US" altLang="zh-CN" sz="600" dirty="0" err="1">
                <a:latin typeface="微软雅黑" panose="020B0503020204020204" pitchFamily="34" charset="-122"/>
                <a:ea typeface="微软雅黑" panose="020B0503020204020204" pitchFamily="34" charset="-122"/>
              </a:rPr>
              <a:t>Manag</a:t>
            </a:r>
            <a:r>
              <a:rPr lang="en-US" altLang="zh-CN" sz="600" dirty="0">
                <a:latin typeface="微软雅黑" panose="020B0503020204020204" pitchFamily="34" charset="-122"/>
                <a:ea typeface="微软雅黑" panose="020B0503020204020204" pitchFamily="34" charset="-122"/>
              </a:rPr>
              <a:t>. 143 (2022) 223–231</a:t>
            </a:r>
          </a:p>
        </p:txBody>
      </p:sp>
    </p:spTree>
    <p:extLst>
      <p:ext uri="{BB962C8B-B14F-4D97-AF65-F5344CB8AC3E}">
        <p14:creationId xmlns:p14="http://schemas.microsoft.com/office/powerpoint/2010/main" val="531933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11</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2CFF4FEA-92EF-5901-B2C7-76169FEBF819}"/>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废尼龙</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的酸解回收</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64B09714-8F11-ECCB-F39C-62E70E3DAB3C}"/>
              </a:ext>
            </a:extLst>
          </p:cNvPr>
          <p:cNvSpPr txBox="1"/>
          <p:nvPr/>
        </p:nvSpPr>
        <p:spPr>
          <a:xfrm>
            <a:off x="65425" y="536700"/>
            <a:ext cx="5044971"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用甲酸、盐酸、硫酸等溶剂对废尼龙</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纤维进行解聚回收</a:t>
            </a:r>
            <a:r>
              <a:rPr lang="en-US" altLang="zh-CN" sz="1200" baseline="30000"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流程如下：</a:t>
            </a:r>
            <a:endParaRPr lang="zh-CN" altLang="en-US" sz="1200" baseline="30000" dirty="0">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9E48230B-4FCF-A6CC-5D33-4CA994EA100E}"/>
              </a:ext>
            </a:extLst>
          </p:cNvPr>
          <p:cNvGrpSpPr/>
          <p:nvPr/>
        </p:nvGrpSpPr>
        <p:grpSpPr>
          <a:xfrm>
            <a:off x="128793" y="934867"/>
            <a:ext cx="7873019" cy="2381492"/>
            <a:chOff x="141870" y="1484505"/>
            <a:chExt cx="7873019" cy="2381492"/>
          </a:xfrm>
        </p:grpSpPr>
        <p:sp>
          <p:nvSpPr>
            <p:cNvPr id="10" name="文本框 9">
              <a:extLst>
                <a:ext uri="{FF2B5EF4-FFF2-40B4-BE49-F238E27FC236}">
                  <a16:creationId xmlns:a16="http://schemas.microsoft.com/office/drawing/2014/main" id="{4FF8C294-BDD7-96CF-C461-3BADF7A8C601}"/>
                </a:ext>
              </a:extLst>
            </p:cNvPr>
            <p:cNvSpPr txBox="1"/>
            <p:nvPr/>
          </p:nvSpPr>
          <p:spPr>
            <a:xfrm>
              <a:off x="141870" y="1688079"/>
              <a:ext cx="953748" cy="306467"/>
            </a:xfrm>
            <a:prstGeom prst="roundRect">
              <a:avLst/>
            </a:prstGeom>
            <a:solidFill>
              <a:srgbClr val="FFFFFF"/>
            </a:solidFill>
            <a:ln w="19050">
              <a:solidFill>
                <a:srgbClr val="0F6FC6"/>
              </a:solidFill>
              <a:prstDash val="sysDash"/>
            </a:ln>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废</a:t>
              </a:r>
              <a:r>
                <a:rPr lang="en-US" altLang="zh-CN" sz="1200" dirty="0">
                  <a:latin typeface="微软雅黑" panose="020B0503020204020204" pitchFamily="34" charset="-122"/>
                  <a:ea typeface="微软雅黑" panose="020B0503020204020204" pitchFamily="34" charset="-122"/>
                </a:rPr>
                <a:t>PA6</a:t>
              </a:r>
              <a:r>
                <a:rPr lang="zh-CN" altLang="en-US" sz="1200" dirty="0">
                  <a:latin typeface="微软雅黑" panose="020B0503020204020204" pitchFamily="34" charset="-122"/>
                  <a:ea typeface="微软雅黑" panose="020B0503020204020204" pitchFamily="34" charset="-122"/>
                </a:rPr>
                <a:t>纤维</a:t>
              </a:r>
            </a:p>
          </p:txBody>
        </p:sp>
        <p:grpSp>
          <p:nvGrpSpPr>
            <p:cNvPr id="11" name="组合 10">
              <a:extLst>
                <a:ext uri="{FF2B5EF4-FFF2-40B4-BE49-F238E27FC236}">
                  <a16:creationId xmlns:a16="http://schemas.microsoft.com/office/drawing/2014/main" id="{6FB9BF84-57D5-A69F-F908-91A35DDCF361}"/>
                </a:ext>
              </a:extLst>
            </p:cNvPr>
            <p:cNvGrpSpPr/>
            <p:nvPr/>
          </p:nvGrpSpPr>
          <p:grpSpPr>
            <a:xfrm>
              <a:off x="233195" y="1484505"/>
              <a:ext cx="7781694" cy="2381492"/>
              <a:chOff x="233195" y="1484505"/>
              <a:chExt cx="7781694" cy="2381492"/>
            </a:xfrm>
          </p:grpSpPr>
          <p:cxnSp>
            <p:nvCxnSpPr>
              <p:cNvPr id="12" name="直接箭头连接符 11">
                <a:extLst>
                  <a:ext uri="{FF2B5EF4-FFF2-40B4-BE49-F238E27FC236}">
                    <a16:creationId xmlns:a16="http://schemas.microsoft.com/office/drawing/2014/main" id="{5E0432FC-BBBF-99EA-5C2B-3BE674C19E5F}"/>
                  </a:ext>
                </a:extLst>
              </p:cNvPr>
              <p:cNvCxnSpPr>
                <a:cxnSpLocks/>
              </p:cNvCxnSpPr>
              <p:nvPr/>
            </p:nvCxnSpPr>
            <p:spPr>
              <a:xfrm>
                <a:off x="1109519" y="1833937"/>
                <a:ext cx="32931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C78F0DC1-4FAF-ABAB-261C-302F2D74ECD7}"/>
                  </a:ext>
                </a:extLst>
              </p:cNvPr>
              <p:cNvSpPr txBox="1"/>
              <p:nvPr/>
            </p:nvSpPr>
            <p:spPr>
              <a:xfrm>
                <a:off x="5556093" y="1549579"/>
                <a:ext cx="2185214"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以甲酸、盐酸、硫酸作为溶剂</a:t>
                </a:r>
              </a:p>
            </p:txBody>
          </p:sp>
          <p:sp>
            <p:nvSpPr>
              <p:cNvPr id="14" name="文本框 13">
                <a:extLst>
                  <a:ext uri="{FF2B5EF4-FFF2-40B4-BE49-F238E27FC236}">
                    <a16:creationId xmlns:a16="http://schemas.microsoft.com/office/drawing/2014/main" id="{E7A2A47E-43A0-55AF-3F52-41B621F5F895}"/>
                  </a:ext>
                </a:extLst>
              </p:cNvPr>
              <p:cNvSpPr txBox="1"/>
              <p:nvPr/>
            </p:nvSpPr>
            <p:spPr>
              <a:xfrm>
                <a:off x="1253231" y="1484505"/>
                <a:ext cx="2698175"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用非离子洗涤剂在</a:t>
                </a:r>
                <a:r>
                  <a:rPr lang="en-US" altLang="zh-CN" sz="1200" dirty="0">
                    <a:latin typeface="微软雅黑" panose="020B0503020204020204" pitchFamily="34" charset="-122"/>
                    <a:ea typeface="微软雅黑" panose="020B0503020204020204" pitchFamily="34" charset="-122"/>
                  </a:rPr>
                  <a:t>80</a:t>
                </a:r>
                <a:r>
                  <a:rPr lang="zh-CN" altLang="en-US" sz="1200" dirty="0">
                    <a:latin typeface="微软雅黑" panose="020B0503020204020204" pitchFamily="34" charset="-122"/>
                    <a:ea typeface="微软雅黑" panose="020B0503020204020204" pitchFamily="34" charset="-122"/>
                  </a:rPr>
                  <a:t>℃下处理</a:t>
                </a:r>
                <a:r>
                  <a:rPr lang="en-US" altLang="zh-CN" sz="1200" dirty="0">
                    <a:latin typeface="微软雅黑" panose="020B0503020204020204" pitchFamily="34" charset="-122"/>
                    <a:ea typeface="微软雅黑" panose="020B0503020204020204" pitchFamily="34" charset="-122"/>
                  </a:rPr>
                  <a:t>20</a:t>
                </a:r>
                <a:r>
                  <a:rPr lang="zh-CN" altLang="en-US" sz="1200" dirty="0">
                    <a:latin typeface="微软雅黑" panose="020B0503020204020204" pitchFamily="34" charset="-122"/>
                    <a:ea typeface="微软雅黑" panose="020B0503020204020204" pitchFamily="34" charset="-122"/>
                  </a:rPr>
                  <a:t>分钟</a:t>
                </a:r>
              </a:p>
            </p:txBody>
          </p:sp>
          <p:sp>
            <p:nvSpPr>
              <p:cNvPr id="15" name="文本框 14">
                <a:extLst>
                  <a:ext uri="{FF2B5EF4-FFF2-40B4-BE49-F238E27FC236}">
                    <a16:creationId xmlns:a16="http://schemas.microsoft.com/office/drawing/2014/main" id="{551540D3-75D5-B227-E7F1-EF881A9D4732}"/>
                  </a:ext>
                </a:extLst>
              </p:cNvPr>
              <p:cNvSpPr txBox="1"/>
              <p:nvPr/>
            </p:nvSpPr>
            <p:spPr>
              <a:xfrm>
                <a:off x="1092598" y="1874618"/>
                <a:ext cx="3108543"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用水彻底冲洗去除表面杂质，在空气中干燥</a:t>
                </a:r>
              </a:p>
            </p:txBody>
          </p:sp>
          <p:sp>
            <p:nvSpPr>
              <p:cNvPr id="16" name="文本框 15">
                <a:extLst>
                  <a:ext uri="{FF2B5EF4-FFF2-40B4-BE49-F238E27FC236}">
                    <a16:creationId xmlns:a16="http://schemas.microsoft.com/office/drawing/2014/main" id="{E9B146CA-41B7-0648-AFE9-AEA76DDE804A}"/>
                  </a:ext>
                </a:extLst>
              </p:cNvPr>
              <p:cNvSpPr txBox="1"/>
              <p:nvPr/>
            </p:nvSpPr>
            <p:spPr>
              <a:xfrm>
                <a:off x="4416568" y="1678581"/>
                <a:ext cx="1107996" cy="276999"/>
              </a:xfrm>
              <a:prstGeom prst="flowChartProcess">
                <a:avLst/>
              </a:prstGeom>
              <a:solidFill>
                <a:srgbClr val="FFFFFF"/>
              </a:solidFill>
              <a:ln w="19050">
                <a:solidFill>
                  <a:srgbClr val="0F6FC6"/>
                </a:solidFill>
                <a:prstDash val="sysDash"/>
              </a:ln>
            </p:spPr>
            <p:txBody>
              <a:bodyPr wrap="none" rtlCol="0">
                <a:spAutoFit/>
              </a:bodyPr>
              <a:lstStyle/>
              <a:p>
                <a:r>
                  <a:rPr lang="zh-CN" altLang="en-US" sz="1200" dirty="0">
                    <a:latin typeface="微软雅黑" panose="020B0503020204020204" pitchFamily="34" charset="-122"/>
                    <a:ea typeface="微软雅黑" panose="020B0503020204020204" pitchFamily="34" charset="-122"/>
                  </a:rPr>
                  <a:t>进行切碎处理</a:t>
                </a:r>
              </a:p>
            </p:txBody>
          </p:sp>
          <p:cxnSp>
            <p:nvCxnSpPr>
              <p:cNvPr id="17" name="直接箭头连接符 16">
                <a:extLst>
                  <a:ext uri="{FF2B5EF4-FFF2-40B4-BE49-F238E27FC236}">
                    <a16:creationId xmlns:a16="http://schemas.microsoft.com/office/drawing/2014/main" id="{03710516-2917-32C0-619C-9E0A806E80B4}"/>
                  </a:ext>
                </a:extLst>
              </p:cNvPr>
              <p:cNvCxnSpPr>
                <a:cxnSpLocks/>
              </p:cNvCxnSpPr>
              <p:nvPr/>
            </p:nvCxnSpPr>
            <p:spPr>
              <a:xfrm>
                <a:off x="5556093" y="1834670"/>
                <a:ext cx="22669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2DD5F50A-DB6A-3906-FCF3-C27818AB79D7}"/>
                  </a:ext>
                </a:extLst>
              </p:cNvPr>
              <p:cNvSpPr txBox="1"/>
              <p:nvPr/>
            </p:nvSpPr>
            <p:spPr>
              <a:xfrm>
                <a:off x="5945538" y="1879580"/>
                <a:ext cx="1415772"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在回流条件下加热</a:t>
                </a:r>
              </a:p>
            </p:txBody>
          </p:sp>
          <p:sp>
            <p:nvSpPr>
              <p:cNvPr id="19" name="文本框 18">
                <a:extLst>
                  <a:ext uri="{FF2B5EF4-FFF2-40B4-BE49-F238E27FC236}">
                    <a16:creationId xmlns:a16="http://schemas.microsoft.com/office/drawing/2014/main" id="{D92E9270-98A7-77E1-A78E-DC9235823D80}"/>
                  </a:ext>
                </a:extLst>
              </p:cNvPr>
              <p:cNvSpPr txBox="1"/>
              <p:nvPr/>
            </p:nvSpPr>
            <p:spPr>
              <a:xfrm>
                <a:off x="7033100" y="2886914"/>
                <a:ext cx="981789" cy="306467"/>
              </a:xfrm>
              <a:prstGeom prst="roundRect">
                <a:avLst/>
              </a:prstGeom>
              <a:solidFill>
                <a:srgbClr val="FFFFFF"/>
              </a:solidFill>
              <a:ln w="19050">
                <a:solidFill>
                  <a:srgbClr val="0F6FC6"/>
                </a:solidFill>
                <a:prstDash val="sysDash"/>
              </a:ln>
            </p:spPr>
            <p:txBody>
              <a:bodyPr wrap="none" rtlCol="0">
                <a:spAutoFit/>
              </a:bodyPr>
              <a:lstStyle/>
              <a:p>
                <a:r>
                  <a:rPr lang="zh-CN" altLang="en-US" sz="1200" dirty="0">
                    <a:latin typeface="微软雅黑" panose="020B0503020204020204" pitchFamily="34" charset="-122"/>
                    <a:ea typeface="微软雅黑" panose="020B0503020204020204" pitchFamily="34" charset="-122"/>
                  </a:rPr>
                  <a:t>酸水解产物</a:t>
                </a:r>
              </a:p>
            </p:txBody>
          </p:sp>
          <p:cxnSp>
            <p:nvCxnSpPr>
              <p:cNvPr id="20" name="直接箭头连接符 19">
                <a:extLst>
                  <a:ext uri="{FF2B5EF4-FFF2-40B4-BE49-F238E27FC236}">
                    <a16:creationId xmlns:a16="http://schemas.microsoft.com/office/drawing/2014/main" id="{AF3C0D96-477C-A845-8115-439553FCAC56}"/>
                  </a:ext>
                </a:extLst>
              </p:cNvPr>
              <p:cNvCxnSpPr>
                <a:cxnSpLocks/>
              </p:cNvCxnSpPr>
              <p:nvPr/>
            </p:nvCxnSpPr>
            <p:spPr>
              <a:xfrm>
                <a:off x="7823006" y="1831814"/>
                <a:ext cx="0" cy="1055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7F79EDA6-9E2C-5C9B-9952-91D9077035AC}"/>
                  </a:ext>
                </a:extLst>
              </p:cNvPr>
              <p:cNvCxnSpPr>
                <a:cxnSpLocks/>
              </p:cNvCxnSpPr>
              <p:nvPr/>
            </p:nvCxnSpPr>
            <p:spPr>
              <a:xfrm flipH="1" flipV="1">
                <a:off x="4416568" y="3040146"/>
                <a:ext cx="2619674" cy="13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F9787DC-9742-522D-C6F4-0B940312640D}"/>
                  </a:ext>
                </a:extLst>
              </p:cNvPr>
              <p:cNvSpPr txBox="1"/>
              <p:nvPr/>
            </p:nvSpPr>
            <p:spPr>
              <a:xfrm>
                <a:off x="4589211" y="2777996"/>
                <a:ext cx="2492990"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连续添加小批量蒸馏水作为非溶剂</a:t>
                </a:r>
              </a:p>
            </p:txBody>
          </p:sp>
          <p:sp>
            <p:nvSpPr>
              <p:cNvPr id="23" name="文本框 22">
                <a:extLst>
                  <a:ext uri="{FF2B5EF4-FFF2-40B4-BE49-F238E27FC236}">
                    <a16:creationId xmlns:a16="http://schemas.microsoft.com/office/drawing/2014/main" id="{65E28AA7-76E9-CCF1-1C39-0E1694B34EEB}"/>
                  </a:ext>
                </a:extLst>
              </p:cNvPr>
              <p:cNvSpPr txBox="1"/>
              <p:nvPr/>
            </p:nvSpPr>
            <p:spPr>
              <a:xfrm>
                <a:off x="5664195" y="3031463"/>
                <a:ext cx="800219" cy="276999"/>
              </a:xfrm>
              <a:prstGeom prst="rect">
                <a:avLst/>
              </a:prstGeom>
              <a:noFill/>
            </p:spPr>
            <p:txBody>
              <a:bodyPr wrap="none" rtlCol="0">
                <a:spAutoFit/>
              </a:bodyPr>
              <a:lstStyle/>
              <a:p>
                <a:r>
                  <a:rPr lang="zh-CN" altLang="en-US" sz="1200" dirty="0">
                    <a:solidFill>
                      <a:srgbClr val="FF0000"/>
                    </a:solidFill>
                    <a:latin typeface="微软雅黑" panose="020B0503020204020204" pitchFamily="34" charset="-122"/>
                    <a:ea typeface="微软雅黑" panose="020B0503020204020204" pitchFamily="34" charset="-122"/>
                  </a:rPr>
                  <a:t>分布沉淀</a:t>
                </a:r>
              </a:p>
            </p:txBody>
          </p:sp>
          <p:sp>
            <p:nvSpPr>
              <p:cNvPr id="24" name="文本框 23">
                <a:extLst>
                  <a:ext uri="{FF2B5EF4-FFF2-40B4-BE49-F238E27FC236}">
                    <a16:creationId xmlns:a16="http://schemas.microsoft.com/office/drawing/2014/main" id="{B2DE181C-7C0C-E64D-C0DB-112445A74D16}"/>
                  </a:ext>
                </a:extLst>
              </p:cNvPr>
              <p:cNvSpPr txBox="1"/>
              <p:nvPr/>
            </p:nvSpPr>
            <p:spPr>
              <a:xfrm>
                <a:off x="2186728" y="2887895"/>
                <a:ext cx="2228004" cy="276999"/>
              </a:xfrm>
              <a:prstGeom prst="flowChartProcess">
                <a:avLst/>
              </a:prstGeom>
              <a:solidFill>
                <a:srgbClr val="FFFFFF"/>
              </a:solidFill>
              <a:ln w="19050">
                <a:solidFill>
                  <a:srgbClr val="0F6FC6"/>
                </a:solidFill>
                <a:prstDash val="sysDash"/>
              </a:ln>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水解产物通过阳离子交换树脂</a:t>
                </a:r>
              </a:p>
            </p:txBody>
          </p:sp>
          <p:cxnSp>
            <p:nvCxnSpPr>
              <p:cNvPr id="25" name="直接箭头连接符 24">
                <a:extLst>
                  <a:ext uri="{FF2B5EF4-FFF2-40B4-BE49-F238E27FC236}">
                    <a16:creationId xmlns:a16="http://schemas.microsoft.com/office/drawing/2014/main" id="{C82B77F3-E47D-8651-5622-06C5E66E03E5}"/>
                  </a:ext>
                </a:extLst>
              </p:cNvPr>
              <p:cNvCxnSpPr>
                <a:cxnSpLocks/>
              </p:cNvCxnSpPr>
              <p:nvPr/>
            </p:nvCxnSpPr>
            <p:spPr>
              <a:xfrm flipH="1" flipV="1">
                <a:off x="959489" y="3026395"/>
                <a:ext cx="1227239" cy="5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09A0A6B0-3EEA-2958-66AE-F37B16C0C499}"/>
                  </a:ext>
                </a:extLst>
              </p:cNvPr>
              <p:cNvSpPr txBox="1"/>
              <p:nvPr/>
            </p:nvSpPr>
            <p:spPr>
              <a:xfrm flipH="1">
                <a:off x="365593" y="2673275"/>
                <a:ext cx="591128" cy="646331"/>
              </a:xfrm>
              <a:prstGeom prst="flowChartProcess">
                <a:avLst/>
              </a:prstGeom>
              <a:solidFill>
                <a:srgbClr val="FFFFFF"/>
              </a:solidFill>
              <a:ln w="19050">
                <a:solidFill>
                  <a:srgbClr val="0F6FC6"/>
                </a:solidFill>
                <a:prstDash val="sysDash"/>
              </a:ln>
            </p:spPr>
            <p:txBody>
              <a:bodyPr wrap="square" rtlCol="0">
                <a:spAutoFit/>
              </a:bodyPr>
              <a:lstStyle/>
              <a:p>
                <a:pPr algn="ctr"/>
                <a:r>
                  <a:rPr lang="zh-CN" altLang="en-US" sz="1200" dirty="0">
                    <a:latin typeface="微软雅黑" panose="020B0503020204020204" pitchFamily="34" charset="-122"/>
                    <a:ea typeface="微软雅黑" panose="020B0503020204020204" pitchFamily="34" charset="-122"/>
                  </a:rPr>
                  <a:t>蒸发结晶干燥</a:t>
                </a:r>
              </a:p>
            </p:txBody>
          </p:sp>
          <p:sp>
            <p:nvSpPr>
              <p:cNvPr id="27" name="文本框 26">
                <a:extLst>
                  <a:ext uri="{FF2B5EF4-FFF2-40B4-BE49-F238E27FC236}">
                    <a16:creationId xmlns:a16="http://schemas.microsoft.com/office/drawing/2014/main" id="{0ED01896-3947-1824-2815-4906CBE0953C}"/>
                  </a:ext>
                </a:extLst>
              </p:cNvPr>
              <p:cNvSpPr txBox="1"/>
              <p:nvPr/>
            </p:nvSpPr>
            <p:spPr>
              <a:xfrm>
                <a:off x="1078732" y="2728956"/>
                <a:ext cx="1107996"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通过量蒸馏水</a:t>
                </a:r>
              </a:p>
            </p:txBody>
          </p:sp>
          <p:sp>
            <p:nvSpPr>
              <p:cNvPr id="28" name="文本框 27">
                <a:extLst>
                  <a:ext uri="{FF2B5EF4-FFF2-40B4-BE49-F238E27FC236}">
                    <a16:creationId xmlns:a16="http://schemas.microsoft.com/office/drawing/2014/main" id="{9CA0D128-D1AC-AEBD-4200-22682F292063}"/>
                  </a:ext>
                </a:extLst>
              </p:cNvPr>
              <p:cNvSpPr txBox="1"/>
              <p:nvPr/>
            </p:nvSpPr>
            <p:spPr>
              <a:xfrm>
                <a:off x="962400" y="3051946"/>
                <a:ext cx="1261884"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通过量稀氨溶液</a:t>
                </a:r>
              </a:p>
            </p:txBody>
          </p:sp>
          <p:cxnSp>
            <p:nvCxnSpPr>
              <p:cNvPr id="29" name="直接箭头连接符 28">
                <a:extLst>
                  <a:ext uri="{FF2B5EF4-FFF2-40B4-BE49-F238E27FC236}">
                    <a16:creationId xmlns:a16="http://schemas.microsoft.com/office/drawing/2014/main" id="{85B21A0B-37B6-1805-FAA4-400F8DEE5B32}"/>
                  </a:ext>
                </a:extLst>
              </p:cNvPr>
              <p:cNvCxnSpPr>
                <a:cxnSpLocks/>
              </p:cNvCxnSpPr>
              <p:nvPr/>
            </p:nvCxnSpPr>
            <p:spPr>
              <a:xfrm>
                <a:off x="650390" y="3308462"/>
                <a:ext cx="0" cy="251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16FF2527-0DFC-5FB7-CB64-2BE7A860FF1A}"/>
                  </a:ext>
                </a:extLst>
              </p:cNvPr>
              <p:cNvSpPr txBox="1"/>
              <p:nvPr/>
            </p:nvSpPr>
            <p:spPr>
              <a:xfrm>
                <a:off x="233195" y="3559530"/>
                <a:ext cx="834389" cy="306467"/>
              </a:xfrm>
              <a:prstGeom prst="roundRect">
                <a:avLst/>
              </a:prstGeom>
              <a:solidFill>
                <a:srgbClr val="FFFFFF"/>
              </a:solidFill>
              <a:ln w="19050">
                <a:solidFill>
                  <a:srgbClr val="0F6FC6"/>
                </a:solidFill>
                <a:prstDash val="sysDash"/>
              </a:ln>
            </p:spPr>
            <p:txBody>
              <a:bodyPr wrap="none" rtlCol="0">
                <a:spAutoFit/>
              </a:bodyPr>
              <a:lstStyle/>
              <a:p>
                <a:r>
                  <a:rPr lang="en-US" altLang="zh-CN" sz="1200" dirty="0">
                    <a:latin typeface="微软雅黑" panose="020B0503020204020204" pitchFamily="34" charset="-122"/>
                    <a:ea typeface="微软雅黑" panose="020B0503020204020204" pitchFamily="34" charset="-122"/>
                  </a:rPr>
                  <a:t>ACA</a:t>
                </a:r>
                <a:r>
                  <a:rPr lang="zh-CN" altLang="en-US" sz="1200" dirty="0">
                    <a:latin typeface="微软雅黑" panose="020B0503020204020204" pitchFamily="34" charset="-122"/>
                    <a:ea typeface="微软雅黑" panose="020B0503020204020204" pitchFamily="34" charset="-122"/>
                  </a:rPr>
                  <a:t>单体</a:t>
                </a:r>
              </a:p>
            </p:txBody>
          </p:sp>
        </p:grpSp>
      </p:grpSp>
      <p:pic>
        <p:nvPicPr>
          <p:cNvPr id="31" name="图片 30">
            <a:extLst>
              <a:ext uri="{FF2B5EF4-FFF2-40B4-BE49-F238E27FC236}">
                <a16:creationId xmlns:a16="http://schemas.microsoft.com/office/drawing/2014/main" id="{22B8EC52-D2E5-5571-7C8D-F8AF450C6144}"/>
              </a:ext>
            </a:extLst>
          </p:cNvPr>
          <p:cNvPicPr>
            <a:picLocks noChangeAspect="1"/>
          </p:cNvPicPr>
          <p:nvPr/>
        </p:nvPicPr>
        <p:blipFill>
          <a:blip r:embed="rId6"/>
          <a:stretch>
            <a:fillRect/>
          </a:stretch>
        </p:blipFill>
        <p:spPr>
          <a:xfrm>
            <a:off x="1241890" y="3250616"/>
            <a:ext cx="3279900" cy="1267487"/>
          </a:xfrm>
          <a:prstGeom prst="rect">
            <a:avLst/>
          </a:prstGeom>
        </p:spPr>
      </p:pic>
      <p:sp>
        <p:nvSpPr>
          <p:cNvPr id="32" name="文本框 31">
            <a:extLst>
              <a:ext uri="{FF2B5EF4-FFF2-40B4-BE49-F238E27FC236}">
                <a16:creationId xmlns:a16="http://schemas.microsoft.com/office/drawing/2014/main" id="{BB1D3776-E1B7-EFA2-2775-D4A5C9323EC7}"/>
              </a:ext>
            </a:extLst>
          </p:cNvPr>
          <p:cNvSpPr txBox="1"/>
          <p:nvPr/>
        </p:nvSpPr>
        <p:spPr>
          <a:xfrm>
            <a:off x="4907434" y="3437527"/>
            <a:ext cx="3081293" cy="1015663"/>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研究结果表明，甲酸将</a:t>
            </a:r>
            <a:r>
              <a:rPr lang="en-US" altLang="zh-CN" sz="1200" dirty="0">
                <a:latin typeface="微软雅黑" panose="020B0503020204020204" pitchFamily="34" charset="-122"/>
                <a:ea typeface="微软雅黑" panose="020B0503020204020204" pitchFamily="34" charset="-122"/>
              </a:rPr>
              <a:t>PA6</a:t>
            </a:r>
            <a:r>
              <a:rPr lang="zh-CN" altLang="en-US" sz="1200" dirty="0">
                <a:latin typeface="微软雅黑" panose="020B0503020204020204" pitchFamily="34" charset="-122"/>
                <a:ea typeface="微软雅黑" panose="020B0503020204020204" pitchFamily="34" charset="-122"/>
              </a:rPr>
              <a:t>解聚成各种链长</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的</a:t>
            </a:r>
            <a:r>
              <a:rPr lang="zh-CN" altLang="en-US" sz="1200" dirty="0">
                <a:solidFill>
                  <a:srgbClr val="FF0000"/>
                </a:solidFill>
                <a:latin typeface="微软雅黑" panose="020B0503020204020204" pitchFamily="34" charset="-122"/>
                <a:ea typeface="微软雅黑" panose="020B0503020204020204" pitchFamily="34" charset="-122"/>
              </a:rPr>
              <a:t>低分子量化合物</a:t>
            </a:r>
            <a:r>
              <a:rPr lang="zh-CN" altLang="en-US" sz="1200" dirty="0">
                <a:latin typeface="微软雅黑" panose="020B0503020204020204" pitchFamily="34" charset="-122"/>
                <a:ea typeface="微软雅黑" panose="020B0503020204020204" pitchFamily="34" charset="-122"/>
              </a:rPr>
              <a:t>，即使解聚</a:t>
            </a:r>
            <a:r>
              <a:rPr lang="en-US" altLang="zh-CN" sz="1200" dirty="0">
                <a:latin typeface="微软雅黑" panose="020B0503020204020204" pitchFamily="34" charset="-122"/>
                <a:ea typeface="微软雅黑" panose="020B0503020204020204" pitchFamily="34" charset="-122"/>
              </a:rPr>
              <a:t>20h</a:t>
            </a:r>
            <a:r>
              <a:rPr lang="zh-CN" altLang="en-US" sz="1200" dirty="0">
                <a:latin typeface="微软雅黑" panose="020B0503020204020204" pitchFamily="34" charset="-122"/>
                <a:ea typeface="微软雅黑" panose="020B0503020204020204" pitchFamily="34" charset="-122"/>
              </a:rPr>
              <a:t>也</a:t>
            </a:r>
            <a:r>
              <a:rPr lang="zh-CN" altLang="en-US" sz="1200" dirty="0">
                <a:solidFill>
                  <a:srgbClr val="FF0000"/>
                </a:solidFill>
                <a:latin typeface="微软雅黑" panose="020B0503020204020204" pitchFamily="34" charset="-122"/>
                <a:ea typeface="微软雅黑" panose="020B0503020204020204" pitchFamily="34" charset="-122"/>
              </a:rPr>
              <a:t>解聚不</a:t>
            </a:r>
            <a:endParaRPr lang="en-US" altLang="zh-CN" sz="1200" dirty="0">
              <a:solidFill>
                <a:srgbClr val="FF0000"/>
              </a:solidFill>
              <a:latin typeface="微软雅黑" panose="020B0503020204020204" pitchFamily="34" charset="-122"/>
              <a:ea typeface="微软雅黑" panose="020B0503020204020204" pitchFamily="34" charset="-122"/>
            </a:endParaRPr>
          </a:p>
          <a:p>
            <a:r>
              <a:rPr lang="zh-CN" altLang="en-US" sz="1200" dirty="0">
                <a:solidFill>
                  <a:srgbClr val="FF0000"/>
                </a:solidFill>
                <a:latin typeface="微软雅黑" panose="020B0503020204020204" pitchFamily="34" charset="-122"/>
                <a:ea typeface="微软雅黑" panose="020B0503020204020204" pitchFamily="34" charset="-122"/>
              </a:rPr>
              <a:t>完全</a:t>
            </a:r>
            <a:r>
              <a:rPr lang="zh-CN" altLang="en-US"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而盐酸和硫酸可以能将废尼龙</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纤维几乎</a:t>
            </a:r>
            <a:r>
              <a:rPr lang="zh-CN" altLang="en-US" sz="1200" dirty="0">
                <a:solidFill>
                  <a:srgbClr val="FF0000"/>
                </a:solidFill>
                <a:latin typeface="微软雅黑" panose="020B0503020204020204" pitchFamily="34" charset="-122"/>
                <a:ea typeface="微软雅黑" panose="020B0503020204020204" pitchFamily="34" charset="-122"/>
              </a:rPr>
              <a:t>完</a:t>
            </a:r>
            <a:endParaRPr lang="en-US" altLang="zh-CN" sz="1200" dirty="0">
              <a:solidFill>
                <a:srgbClr val="FF0000"/>
              </a:solidFill>
              <a:latin typeface="微软雅黑" panose="020B0503020204020204" pitchFamily="34" charset="-122"/>
              <a:ea typeface="微软雅黑" panose="020B0503020204020204" pitchFamily="34" charset="-122"/>
            </a:endParaRPr>
          </a:p>
          <a:p>
            <a:r>
              <a:rPr lang="zh-CN" altLang="en-US" sz="1200" dirty="0">
                <a:solidFill>
                  <a:srgbClr val="FF0000"/>
                </a:solidFill>
                <a:latin typeface="微软雅黑" panose="020B0503020204020204" pitchFamily="34" charset="-122"/>
                <a:ea typeface="微软雅黑" panose="020B0503020204020204" pitchFamily="34" charset="-122"/>
              </a:rPr>
              <a:t>全解聚</a:t>
            </a:r>
            <a:r>
              <a:rPr lang="zh-CN" altLang="en-US" sz="1200" dirty="0">
                <a:latin typeface="微软雅黑" panose="020B0503020204020204" pitchFamily="34" charset="-122"/>
                <a:ea typeface="微软雅黑" panose="020B0503020204020204" pitchFamily="34" charset="-122"/>
              </a:rPr>
              <a:t>为高纯度的</a:t>
            </a:r>
            <a:r>
              <a:rPr lang="en-US" altLang="zh-CN" sz="1200" dirty="0">
                <a:latin typeface="微软雅黑" panose="020B0503020204020204" pitchFamily="34" charset="-122"/>
                <a:ea typeface="微软雅黑" panose="020B0503020204020204" pitchFamily="34" charset="-122"/>
              </a:rPr>
              <a:t>ACA</a:t>
            </a:r>
            <a:r>
              <a:rPr lang="zh-CN" altLang="en-US" sz="1200" dirty="0">
                <a:latin typeface="微软雅黑" panose="020B0503020204020204" pitchFamily="34" charset="-122"/>
                <a:ea typeface="微软雅黑" panose="020B0503020204020204" pitchFamily="34" charset="-122"/>
              </a:rPr>
              <a:t>。</a:t>
            </a:r>
            <a:r>
              <a:rPr lang="en-US" altLang="zh-CN" sz="1200" dirty="0"/>
              <a:t>	</a:t>
            </a:r>
            <a:endParaRPr lang="zh-CN" altLang="en-US" sz="1200" dirty="0"/>
          </a:p>
        </p:txBody>
      </p:sp>
      <p:sp>
        <p:nvSpPr>
          <p:cNvPr id="33" name="文本框 32">
            <a:extLst>
              <a:ext uri="{FF2B5EF4-FFF2-40B4-BE49-F238E27FC236}">
                <a16:creationId xmlns:a16="http://schemas.microsoft.com/office/drawing/2014/main" id="{DC557542-B3CE-814D-56F8-65D5C1343DE5}"/>
              </a:ext>
            </a:extLst>
          </p:cNvPr>
          <p:cNvSpPr txBox="1"/>
          <p:nvPr/>
        </p:nvSpPr>
        <p:spPr>
          <a:xfrm>
            <a:off x="1187530" y="4720323"/>
            <a:ext cx="4570482" cy="184666"/>
          </a:xfrm>
          <a:prstGeom prst="rect">
            <a:avLst/>
          </a:prstGeom>
          <a:noFill/>
        </p:spPr>
        <p:txBody>
          <a:bodyPr wrap="none" rtlCol="0">
            <a:spAutoFit/>
          </a:bodyPr>
          <a:lstStyle/>
          <a:p>
            <a:r>
              <a:rPr lang="en-US" altLang="zh-CN" sz="600" dirty="0">
                <a:latin typeface="微软雅黑" panose="020B0503020204020204" pitchFamily="34" charset="-122"/>
                <a:ea typeface="微软雅黑" panose="020B0503020204020204" pitchFamily="34" charset="-122"/>
              </a:rPr>
              <a:t>[1]S.R. Shukla, A.M. </a:t>
            </a:r>
            <a:r>
              <a:rPr lang="en-US" altLang="zh-CN" sz="600" dirty="0" err="1">
                <a:latin typeface="微软雅黑" panose="020B0503020204020204" pitchFamily="34" charset="-122"/>
                <a:ea typeface="微软雅黑" panose="020B0503020204020204" pitchFamily="34" charset="-122"/>
              </a:rPr>
              <a:t>Harad</a:t>
            </a:r>
            <a:r>
              <a:rPr lang="en-US" altLang="zh-CN" sz="600" dirty="0">
                <a:latin typeface="微软雅黑" panose="020B0503020204020204" pitchFamily="34" charset="-122"/>
                <a:ea typeface="微软雅黑" panose="020B0503020204020204" pitchFamily="34" charset="-122"/>
              </a:rPr>
              <a:t>, D. </a:t>
            </a:r>
            <a:r>
              <a:rPr lang="en-US" altLang="zh-CN" sz="600" dirty="0" err="1">
                <a:latin typeface="微软雅黑" panose="020B0503020204020204" pitchFamily="34" charset="-122"/>
                <a:ea typeface="微软雅黑" panose="020B0503020204020204" pitchFamily="34" charset="-122"/>
              </a:rPr>
              <a:t>Mahato</a:t>
            </a:r>
            <a:r>
              <a:rPr lang="en-US" altLang="zh-CN" sz="600" dirty="0">
                <a:latin typeface="微软雅黑" panose="020B0503020204020204" pitchFamily="34" charset="-122"/>
                <a:ea typeface="微软雅黑" panose="020B0503020204020204" pitchFamily="34" charset="-122"/>
              </a:rPr>
              <a:t>, Depolymerization of nylon 6 waste fibers, J. Appl. </a:t>
            </a:r>
            <a:r>
              <a:rPr lang="en-US" altLang="zh-CN" sz="600" dirty="0" err="1">
                <a:latin typeface="微软雅黑" panose="020B0503020204020204" pitchFamily="34" charset="-122"/>
                <a:ea typeface="微软雅黑" panose="020B0503020204020204" pitchFamily="34" charset="-122"/>
              </a:rPr>
              <a:t>Polym</a:t>
            </a:r>
            <a:r>
              <a:rPr lang="en-US" altLang="zh-CN" sz="600" dirty="0">
                <a:latin typeface="微软雅黑" panose="020B0503020204020204" pitchFamily="34" charset="-122"/>
                <a:ea typeface="微软雅黑" panose="020B0503020204020204" pitchFamily="34" charset="-122"/>
              </a:rPr>
              <a:t>. Sci. 100 (2006) 186–190</a:t>
            </a:r>
            <a:endParaRPr lang="zh-CN" altLang="en-US" sz="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9622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12</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10DBB604-A592-98AD-3D65-C175E0DF7B4F}"/>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废尼龙</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的醇解回收法</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E07C7337-D133-437D-73FC-73496783B01D}"/>
              </a:ext>
            </a:extLst>
          </p:cNvPr>
          <p:cNvSpPr txBox="1"/>
          <p:nvPr/>
        </p:nvSpPr>
        <p:spPr>
          <a:xfrm>
            <a:off x="87872" y="547370"/>
            <a:ext cx="6295313" cy="276999"/>
          </a:xfrm>
          <a:prstGeom prst="rect">
            <a:avLst/>
          </a:prstGeom>
          <a:noFill/>
        </p:spPr>
        <p:txBody>
          <a:bodyPr wrap="none" rtlCol="0">
            <a:spAutoFit/>
          </a:bodyPr>
          <a:lstStyle/>
          <a:p>
            <a:r>
              <a:rPr lang="en-US" altLang="zh-CN" sz="1200" dirty="0" err="1">
                <a:latin typeface="微软雅黑" panose="020B0503020204020204" pitchFamily="34" charset="-122"/>
                <a:ea typeface="微软雅黑" panose="020B0503020204020204" pitchFamily="34" charset="-122"/>
              </a:rPr>
              <a:t>Kamimura</a:t>
            </a:r>
            <a:r>
              <a:rPr lang="en-US" altLang="zh-CN" sz="1200" baseline="300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等人使用</a:t>
            </a:r>
            <a:r>
              <a:rPr lang="zh-CN" altLang="en-US" sz="1200" dirty="0">
                <a:solidFill>
                  <a:srgbClr val="FF0000"/>
                </a:solidFill>
                <a:latin typeface="微软雅黑" panose="020B0503020204020204" pitchFamily="34" charset="-122"/>
                <a:ea typeface="微软雅黑" panose="020B0503020204020204" pitchFamily="34" charset="-122"/>
              </a:rPr>
              <a:t>超临界仲醇或叔醇</a:t>
            </a:r>
            <a:r>
              <a:rPr lang="zh-CN" altLang="en-US" sz="1200" dirty="0">
                <a:latin typeface="微软雅黑" panose="020B0503020204020204" pitchFamily="34" charset="-122"/>
                <a:ea typeface="微软雅黑" panose="020B0503020204020204" pitchFamily="34" charset="-122"/>
              </a:rPr>
              <a:t>解聚尼龙</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，得到高产率和高纯度的己内酰胺单体</a:t>
            </a:r>
            <a:endParaRPr lang="zh-CN" altLang="en-US" sz="1200" baseline="300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3FA6DE8D-9EC2-08E7-E058-29FD1077DE6C}"/>
              </a:ext>
            </a:extLst>
          </p:cNvPr>
          <p:cNvPicPr>
            <a:picLocks noChangeAspect="1"/>
          </p:cNvPicPr>
          <p:nvPr/>
        </p:nvPicPr>
        <p:blipFill>
          <a:blip r:embed="rId6"/>
          <a:stretch>
            <a:fillRect/>
          </a:stretch>
        </p:blipFill>
        <p:spPr>
          <a:xfrm>
            <a:off x="248900" y="852110"/>
            <a:ext cx="2771750" cy="736001"/>
          </a:xfrm>
          <a:prstGeom prst="rect">
            <a:avLst/>
          </a:prstGeom>
        </p:spPr>
      </p:pic>
      <p:pic>
        <p:nvPicPr>
          <p:cNvPr id="10" name="图片 9">
            <a:extLst>
              <a:ext uri="{FF2B5EF4-FFF2-40B4-BE49-F238E27FC236}">
                <a16:creationId xmlns:a16="http://schemas.microsoft.com/office/drawing/2014/main" id="{21271593-E835-35B5-C1B2-E64EEF4A90F3}"/>
              </a:ext>
            </a:extLst>
          </p:cNvPr>
          <p:cNvPicPr>
            <a:picLocks noChangeAspect="1"/>
          </p:cNvPicPr>
          <p:nvPr/>
        </p:nvPicPr>
        <p:blipFill>
          <a:blip r:embed="rId7"/>
          <a:stretch>
            <a:fillRect/>
          </a:stretch>
        </p:blipFill>
        <p:spPr>
          <a:xfrm>
            <a:off x="134361" y="1588111"/>
            <a:ext cx="3000828" cy="2944594"/>
          </a:xfrm>
          <a:prstGeom prst="rect">
            <a:avLst/>
          </a:prstGeom>
        </p:spPr>
      </p:pic>
      <p:sp>
        <p:nvSpPr>
          <p:cNvPr id="11" name="文本框 10">
            <a:extLst>
              <a:ext uri="{FF2B5EF4-FFF2-40B4-BE49-F238E27FC236}">
                <a16:creationId xmlns:a16="http://schemas.microsoft.com/office/drawing/2014/main" id="{1F3DC2E7-93D6-CAFC-62F7-991BC0086AC5}"/>
              </a:ext>
            </a:extLst>
          </p:cNvPr>
          <p:cNvSpPr txBox="1"/>
          <p:nvPr/>
        </p:nvSpPr>
        <p:spPr>
          <a:xfrm>
            <a:off x="3288290" y="4011950"/>
            <a:ext cx="4891083" cy="461665"/>
          </a:xfrm>
          <a:prstGeom prst="rect">
            <a:avLst/>
          </a:prstGeom>
          <a:noFill/>
          <a:ln w="19050">
            <a:solidFill>
              <a:srgbClr val="0F6FC6"/>
            </a:solidFill>
            <a:prstDash val="sysDash"/>
          </a:ln>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由表中可以看出，尼龙</a:t>
            </a:r>
            <a:r>
              <a:rPr lang="en-US" altLang="zh-CN" sz="1200" dirty="0">
                <a:latin typeface="微软雅黑" panose="020B0503020204020204" pitchFamily="34" charset="-122"/>
                <a:ea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rPr>
              <a:t>在伯醇或叔醇的催化下，几乎实现定量转化，</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收率均大于</a:t>
            </a:r>
            <a:r>
              <a:rPr lang="en-US" altLang="zh-CN" sz="1200" dirty="0">
                <a:latin typeface="微软雅黑" panose="020B0503020204020204" pitchFamily="34" charset="-122"/>
                <a:ea typeface="微软雅黑" panose="020B0503020204020204" pitchFamily="34" charset="-122"/>
              </a:rPr>
              <a:t>90%</a:t>
            </a:r>
            <a:endParaRPr lang="zh-CN" altLang="en-US" sz="1200" dirty="0">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F5C5603D-EB3F-CCAC-4300-6DFE8E76E4F0}"/>
              </a:ext>
            </a:extLst>
          </p:cNvPr>
          <p:cNvPicPr>
            <a:picLocks noChangeAspect="1"/>
          </p:cNvPicPr>
          <p:nvPr/>
        </p:nvPicPr>
        <p:blipFill>
          <a:blip r:embed="rId8"/>
          <a:stretch>
            <a:fillRect/>
          </a:stretch>
        </p:blipFill>
        <p:spPr>
          <a:xfrm>
            <a:off x="3122841" y="1651536"/>
            <a:ext cx="3213847" cy="2067226"/>
          </a:xfrm>
          <a:prstGeom prst="rect">
            <a:avLst/>
          </a:prstGeom>
        </p:spPr>
      </p:pic>
      <p:sp>
        <p:nvSpPr>
          <p:cNvPr id="13" name="文本框 12">
            <a:extLst>
              <a:ext uri="{FF2B5EF4-FFF2-40B4-BE49-F238E27FC236}">
                <a16:creationId xmlns:a16="http://schemas.microsoft.com/office/drawing/2014/main" id="{A731BEF5-AA03-B938-C208-DB12D0FA997B}"/>
              </a:ext>
            </a:extLst>
          </p:cNvPr>
          <p:cNvSpPr txBox="1"/>
          <p:nvPr/>
        </p:nvSpPr>
        <p:spPr>
          <a:xfrm>
            <a:off x="6458701" y="2198906"/>
            <a:ext cx="2607634" cy="646331"/>
          </a:xfrm>
          <a:prstGeom prst="rect">
            <a:avLst/>
          </a:prstGeom>
          <a:noFill/>
          <a:ln w="19050">
            <a:solidFill>
              <a:srgbClr val="0F6FC6"/>
            </a:solidFill>
            <a:prstDash val="sysDash"/>
          </a:ln>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由图</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可以看出，只有在</a:t>
            </a:r>
            <a:r>
              <a:rPr lang="en-US" altLang="zh-CN" sz="1200" dirty="0">
                <a:latin typeface="微软雅黑" panose="020B0503020204020204" pitchFamily="34" charset="-122"/>
                <a:ea typeface="微软雅黑" panose="020B0503020204020204" pitchFamily="34" charset="-122"/>
              </a:rPr>
              <a:t>350</a:t>
            </a:r>
            <a:r>
              <a:rPr lang="zh-CN" altLang="en-US" sz="1200" dirty="0">
                <a:latin typeface="微软雅黑" panose="020B0503020204020204" pitchFamily="34" charset="-122"/>
                <a:ea typeface="微软雅黑" panose="020B0503020204020204" pitchFamily="34" charset="-122"/>
              </a:rPr>
              <a:t>℃及更高的温度下，</a:t>
            </a:r>
            <a:r>
              <a:rPr lang="en-US" altLang="zh-CN" sz="1200" dirty="0">
                <a:latin typeface="微软雅黑" panose="020B0503020204020204" pitchFamily="34" charset="-122"/>
                <a:ea typeface="微软雅黑" panose="020B0503020204020204" pitchFamily="34" charset="-122"/>
              </a:rPr>
              <a:t>PA6</a:t>
            </a:r>
            <a:r>
              <a:rPr lang="zh-CN" altLang="en-US" sz="1200" dirty="0">
                <a:latin typeface="微软雅黑" panose="020B0503020204020204" pitchFamily="34" charset="-122"/>
                <a:ea typeface="微软雅黑" panose="020B0503020204020204" pitchFamily="34" charset="-122"/>
              </a:rPr>
              <a:t>才能实现有效的解聚。</a:t>
            </a:r>
            <a:endParaRPr lang="en-US" altLang="zh-CN" sz="1200" dirty="0">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10BA881C-FC82-F97C-F3C3-0B03D99FD45B}"/>
              </a:ext>
            </a:extLst>
          </p:cNvPr>
          <p:cNvGrpSpPr/>
          <p:nvPr/>
        </p:nvGrpSpPr>
        <p:grpSpPr>
          <a:xfrm>
            <a:off x="3072582" y="1011599"/>
            <a:ext cx="3987582" cy="276999"/>
            <a:chOff x="3417469" y="1000058"/>
            <a:chExt cx="3987582" cy="276999"/>
          </a:xfrm>
        </p:grpSpPr>
        <p:sp>
          <p:nvSpPr>
            <p:cNvPr id="15" name="文本框 14">
              <a:extLst>
                <a:ext uri="{FF2B5EF4-FFF2-40B4-BE49-F238E27FC236}">
                  <a16:creationId xmlns:a16="http://schemas.microsoft.com/office/drawing/2014/main" id="{1275356F-9207-6FAE-BEB1-A1E10652275E}"/>
                </a:ext>
              </a:extLst>
            </p:cNvPr>
            <p:cNvSpPr txBox="1"/>
            <p:nvPr/>
          </p:nvSpPr>
          <p:spPr>
            <a:xfrm>
              <a:off x="4296508" y="1000058"/>
              <a:ext cx="3108543" cy="276999"/>
            </a:xfrm>
            <a:prstGeom prst="rect">
              <a:avLst/>
            </a:prstGeom>
            <a:noFill/>
            <a:ln w="19050">
              <a:solidFill>
                <a:srgbClr val="0F6FC6"/>
              </a:solidFill>
              <a:prstDash val="sysDash"/>
            </a:ln>
          </p:spPr>
          <p:txBody>
            <a:bodyPr wrap="none" rtlCol="0">
              <a:spAutoFit/>
            </a:bodyPr>
            <a:lstStyle/>
            <a:p>
              <a:r>
                <a:rPr lang="zh-CN" altLang="en-US" sz="1200" dirty="0">
                  <a:latin typeface="微软雅黑" panose="020B0503020204020204" pitchFamily="34" charset="-122"/>
                  <a:ea typeface="微软雅黑" panose="020B0503020204020204" pitchFamily="34" charset="-122"/>
                </a:rPr>
                <a:t>醇解过程示意图，反应在高压灭菌器中进行</a:t>
              </a:r>
            </a:p>
          </p:txBody>
        </p:sp>
        <p:cxnSp>
          <p:nvCxnSpPr>
            <p:cNvPr id="16" name="直接箭头连接符 15">
              <a:extLst>
                <a:ext uri="{FF2B5EF4-FFF2-40B4-BE49-F238E27FC236}">
                  <a16:creationId xmlns:a16="http://schemas.microsoft.com/office/drawing/2014/main" id="{E5913E72-BB98-19DD-3DEC-EA0712B289FF}"/>
                </a:ext>
              </a:extLst>
            </p:cNvPr>
            <p:cNvCxnSpPr>
              <a:cxnSpLocks/>
            </p:cNvCxnSpPr>
            <p:nvPr/>
          </p:nvCxnSpPr>
          <p:spPr>
            <a:xfrm flipH="1">
              <a:off x="3417469" y="1150099"/>
              <a:ext cx="8790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7" name="矩形 16">
            <a:extLst>
              <a:ext uri="{FF2B5EF4-FFF2-40B4-BE49-F238E27FC236}">
                <a16:creationId xmlns:a16="http://schemas.microsoft.com/office/drawing/2014/main" id="{A78608DC-8CFC-87B9-20E8-01E498315333}"/>
              </a:ext>
            </a:extLst>
          </p:cNvPr>
          <p:cNvSpPr/>
          <p:nvPr/>
        </p:nvSpPr>
        <p:spPr>
          <a:xfrm>
            <a:off x="1763610" y="3363860"/>
            <a:ext cx="216030" cy="576080"/>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a:extLst>
              <a:ext uri="{FF2B5EF4-FFF2-40B4-BE49-F238E27FC236}">
                <a16:creationId xmlns:a16="http://schemas.microsoft.com/office/drawing/2014/main" id="{BB7EB1D1-0A4F-113F-6307-36FBB6EF4CAA}"/>
              </a:ext>
            </a:extLst>
          </p:cNvPr>
          <p:cNvCxnSpPr>
            <a:cxnSpLocks/>
            <a:stCxn id="11" idx="1"/>
          </p:cNvCxnSpPr>
          <p:nvPr/>
        </p:nvCxnSpPr>
        <p:spPr>
          <a:xfrm flipH="1" flipV="1">
            <a:off x="1979640" y="3736407"/>
            <a:ext cx="1308650" cy="506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28695EE9-57DC-8870-5BC8-3E0E253F0905}"/>
              </a:ext>
            </a:extLst>
          </p:cNvPr>
          <p:cNvSpPr txBox="1"/>
          <p:nvPr/>
        </p:nvSpPr>
        <p:spPr>
          <a:xfrm>
            <a:off x="1185595" y="4628303"/>
            <a:ext cx="4653012" cy="276999"/>
          </a:xfrm>
          <a:prstGeom prst="rect">
            <a:avLst/>
          </a:prstGeom>
          <a:noFill/>
        </p:spPr>
        <p:txBody>
          <a:bodyPr wrap="square" rtlCol="0">
            <a:spAutoFit/>
          </a:bodyPr>
          <a:lstStyle/>
          <a:p>
            <a:r>
              <a:rPr lang="en-US" altLang="zh-CN" sz="600" dirty="0">
                <a:latin typeface="微软雅黑" panose="020B0503020204020204" pitchFamily="34" charset="-122"/>
                <a:ea typeface="微软雅黑" panose="020B0503020204020204" pitchFamily="34" charset="-122"/>
              </a:rPr>
              <a:t>[1]</a:t>
            </a:r>
            <a:r>
              <a:rPr lang="en-US" altLang="zh-CN" sz="600" dirty="0" err="1">
                <a:latin typeface="微软雅黑" panose="020B0503020204020204" pitchFamily="34" charset="-122"/>
                <a:ea typeface="微软雅黑" panose="020B0503020204020204" pitchFamily="34" charset="-122"/>
              </a:rPr>
              <a:t>Kamimura</a:t>
            </a:r>
            <a:r>
              <a:rPr lang="en-US" altLang="zh-CN" sz="600" dirty="0">
                <a:latin typeface="微软雅黑" panose="020B0503020204020204" pitchFamily="34" charset="-122"/>
                <a:ea typeface="微软雅黑" panose="020B0503020204020204" pitchFamily="34" charset="-122"/>
              </a:rPr>
              <a:t> A, Oishi Y, Kaiso K, et al. Supercritical secondary alcohols as useful media to convert polyamide into monomeric lactams[J]. </a:t>
            </a:r>
            <a:r>
              <a:rPr lang="en-US" altLang="zh-CN" sz="600" dirty="0" err="1">
                <a:latin typeface="微软雅黑" panose="020B0503020204020204" pitchFamily="34" charset="-122"/>
                <a:ea typeface="微软雅黑" panose="020B0503020204020204" pitchFamily="34" charset="-122"/>
              </a:rPr>
              <a:t>ChemSusChem</a:t>
            </a:r>
            <a:r>
              <a:rPr lang="en-US" altLang="zh-CN" sz="600" dirty="0">
                <a:latin typeface="微软雅黑" panose="020B0503020204020204" pitchFamily="34" charset="-122"/>
                <a:ea typeface="微软雅黑" panose="020B0503020204020204" pitchFamily="34" charset="-122"/>
              </a:rPr>
              <a:t>: Chemistry &amp; Sustainability Energy &amp; Materials, 2008, 1(1‐2): 82-84.</a:t>
            </a:r>
            <a:endParaRPr lang="zh-CN" altLang="en-US" sz="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995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13</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95881DD9-D3BC-14AB-2E39-E6100A0B82EF}"/>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废尼龙</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的醇解回收法</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96ED474A-EB2B-7E68-B7D5-C8A04ABE78FA}"/>
              </a:ext>
            </a:extLst>
          </p:cNvPr>
          <p:cNvSpPr txBox="1"/>
          <p:nvPr/>
        </p:nvSpPr>
        <p:spPr>
          <a:xfrm>
            <a:off x="899490" y="3831665"/>
            <a:ext cx="3456716" cy="461665"/>
          </a:xfrm>
          <a:prstGeom prst="rect">
            <a:avLst/>
          </a:prstGeom>
          <a:noFill/>
          <a:ln w="19050">
            <a:solidFill>
              <a:srgbClr val="0F6FC6"/>
            </a:solidFill>
            <a:prstDash val="sysDash"/>
          </a:ln>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1 Route1</a:t>
            </a:r>
            <a:r>
              <a:rPr lang="zh-CN" altLang="en-US" sz="1200" dirty="0">
                <a:latin typeface="微软雅黑" panose="020B0503020204020204" pitchFamily="34" charset="-122"/>
                <a:ea typeface="微软雅黑" panose="020B0503020204020204" pitchFamily="34" charset="-122"/>
              </a:rPr>
              <a:t>：甲醇或伯醇醇解时可能的反应途径</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      Route2</a:t>
            </a:r>
            <a:r>
              <a:rPr lang="zh-CN" altLang="en-US" sz="1200" dirty="0">
                <a:latin typeface="微软雅黑" panose="020B0503020204020204" pitchFamily="34" charset="-122"/>
                <a:ea typeface="微软雅黑" panose="020B0503020204020204" pitchFamily="34" charset="-122"/>
              </a:rPr>
              <a:t>：仲醇或叔醇醇解时可能的反应途径</a:t>
            </a:r>
          </a:p>
        </p:txBody>
      </p:sp>
      <p:pic>
        <p:nvPicPr>
          <p:cNvPr id="8" name="图片 7">
            <a:extLst>
              <a:ext uri="{FF2B5EF4-FFF2-40B4-BE49-F238E27FC236}">
                <a16:creationId xmlns:a16="http://schemas.microsoft.com/office/drawing/2014/main" id="{C8C6460E-CC0E-EB1F-E042-2581972B43C8}"/>
              </a:ext>
            </a:extLst>
          </p:cNvPr>
          <p:cNvPicPr>
            <a:picLocks noChangeAspect="1"/>
          </p:cNvPicPr>
          <p:nvPr/>
        </p:nvPicPr>
        <p:blipFill>
          <a:blip r:embed="rId6"/>
          <a:stretch>
            <a:fillRect/>
          </a:stretch>
        </p:blipFill>
        <p:spPr>
          <a:xfrm>
            <a:off x="0" y="649605"/>
            <a:ext cx="5163771" cy="2963899"/>
          </a:xfrm>
          <a:prstGeom prst="rect">
            <a:avLst/>
          </a:prstGeom>
        </p:spPr>
      </p:pic>
      <p:sp>
        <p:nvSpPr>
          <p:cNvPr id="11" name="文本框 10">
            <a:extLst>
              <a:ext uri="{FF2B5EF4-FFF2-40B4-BE49-F238E27FC236}">
                <a16:creationId xmlns:a16="http://schemas.microsoft.com/office/drawing/2014/main" id="{54286007-E191-6648-0377-C503BE5F62A1}"/>
              </a:ext>
            </a:extLst>
          </p:cNvPr>
          <p:cNvSpPr txBox="1"/>
          <p:nvPr/>
        </p:nvSpPr>
        <p:spPr>
          <a:xfrm>
            <a:off x="5240287" y="1203560"/>
            <a:ext cx="3324447" cy="769441"/>
          </a:xfrm>
          <a:prstGeom prst="rect">
            <a:avLst/>
          </a:prstGeom>
          <a:noFill/>
        </p:spPr>
        <p:txBody>
          <a:bodyPr wrap="square" rtlCol="0">
            <a:spAutoFit/>
          </a:bodyPr>
          <a:lstStyle/>
          <a:p>
            <a:r>
              <a:rPr lang="zh-CN" altLang="en-US" sz="1100" b="0" i="0" dirty="0">
                <a:solidFill>
                  <a:srgbClr val="000000"/>
                </a:solidFill>
                <a:effectLst/>
                <a:latin typeface="微软雅黑" panose="020B0503020204020204" pitchFamily="34" charset="-122"/>
                <a:ea typeface="微软雅黑" panose="020B0503020204020204" pitchFamily="34" charset="-122"/>
              </a:rPr>
              <a:t>甲醇或伯醇</a:t>
            </a:r>
            <a:r>
              <a:rPr lang="zh-CN" altLang="en-US" sz="1100" dirty="0">
                <a:solidFill>
                  <a:srgbClr val="000000"/>
                </a:solidFill>
                <a:latin typeface="微软雅黑" panose="020B0503020204020204" pitchFamily="34" charset="-122"/>
                <a:ea typeface="微软雅黑" panose="020B0503020204020204" pitchFamily="34" charset="-122"/>
              </a:rPr>
              <a:t>中的</a:t>
            </a:r>
            <a:r>
              <a:rPr lang="zh-CN" altLang="en-US" sz="1100" b="0" i="0" dirty="0">
                <a:effectLst/>
                <a:latin typeface="微软雅黑" panose="020B0503020204020204" pitchFamily="34" charset="-122"/>
                <a:ea typeface="微软雅黑" panose="020B0503020204020204" pitchFamily="34" charset="-122"/>
              </a:rPr>
              <a:t>氧原子不受阻碍</a:t>
            </a:r>
            <a:r>
              <a:rPr lang="zh-CN" altLang="en-US" sz="1100" b="0" i="0" dirty="0">
                <a:solidFill>
                  <a:srgbClr val="000000"/>
                </a:solidFill>
                <a:effectLst/>
                <a:latin typeface="微软雅黑" panose="020B0503020204020204" pitchFamily="34" charset="-122"/>
                <a:ea typeface="微软雅黑" panose="020B0503020204020204" pitchFamily="34" charset="-122"/>
              </a:rPr>
              <a:t>，展现出了</a:t>
            </a:r>
            <a:r>
              <a:rPr lang="zh-CN" altLang="en-US" sz="1100" dirty="0">
                <a:solidFill>
                  <a:srgbClr val="FF0000"/>
                </a:solidFill>
                <a:latin typeface="微软雅黑" panose="020B0503020204020204" pitchFamily="34" charset="-122"/>
                <a:ea typeface="微软雅黑" panose="020B0503020204020204" pitchFamily="34" charset="-122"/>
              </a:rPr>
              <a:t>强亲核性</a:t>
            </a:r>
            <a:r>
              <a:rPr lang="zh-CN" altLang="en-US" sz="1100" dirty="0">
                <a:solidFill>
                  <a:srgbClr val="000000"/>
                </a:solidFill>
                <a:latin typeface="微软雅黑" panose="020B0503020204020204" pitchFamily="34" charset="-122"/>
                <a:ea typeface="微软雅黑" panose="020B0503020204020204" pitchFamily="34" charset="-122"/>
              </a:rPr>
              <a:t>，攻击聚酰胺链上的羰基，</a:t>
            </a:r>
            <a:r>
              <a:rPr lang="zh-CN" altLang="en-US" sz="1100" b="0" i="0" dirty="0">
                <a:solidFill>
                  <a:srgbClr val="000000"/>
                </a:solidFill>
                <a:effectLst/>
                <a:latin typeface="微软雅黑" panose="020B0503020204020204" pitchFamily="34" charset="-122"/>
                <a:ea typeface="微软雅黑" panose="020B0503020204020204" pitchFamily="34" charset="-122"/>
              </a:rPr>
              <a:t>产生了两种断裂产物</a:t>
            </a:r>
            <a:r>
              <a:rPr lang="en-US" altLang="zh-CN" sz="1100" b="0" i="0" dirty="0">
                <a:solidFill>
                  <a:srgbClr val="000000"/>
                </a:solidFill>
                <a:effectLst/>
                <a:latin typeface="微软雅黑" panose="020B0503020204020204" pitchFamily="34" charset="-122"/>
                <a:ea typeface="微软雅黑" panose="020B0503020204020204" pitchFamily="34" charset="-122"/>
              </a:rPr>
              <a:t>:</a:t>
            </a:r>
            <a:r>
              <a:rPr lang="zh-CN" altLang="en-US" sz="1100" b="0" i="0" dirty="0">
                <a:solidFill>
                  <a:srgbClr val="000000"/>
                </a:solidFill>
                <a:effectLst/>
                <a:latin typeface="微软雅黑" panose="020B0503020204020204" pitchFamily="34" charset="-122"/>
                <a:ea typeface="微软雅黑" panose="020B0503020204020204" pitchFamily="34" charset="-122"/>
              </a:rPr>
              <a:t>端酯聚合物</a:t>
            </a:r>
            <a:r>
              <a:rPr lang="en-US" altLang="zh-CN" sz="1100" dirty="0">
                <a:solidFill>
                  <a:srgbClr val="000000"/>
                </a:solidFill>
                <a:latin typeface="微软雅黑" panose="020B0503020204020204" pitchFamily="34" charset="-122"/>
                <a:ea typeface="微软雅黑" panose="020B0503020204020204" pitchFamily="34" charset="-122"/>
              </a:rPr>
              <a:t>(3)</a:t>
            </a:r>
            <a:r>
              <a:rPr lang="zh-CN" altLang="en-US" sz="1100" b="0" i="0" dirty="0">
                <a:solidFill>
                  <a:srgbClr val="000000"/>
                </a:solidFill>
                <a:effectLst/>
                <a:latin typeface="微软雅黑" panose="020B0503020204020204" pitchFamily="34" charset="-122"/>
                <a:ea typeface="微软雅黑" panose="020B0503020204020204" pitchFamily="34" charset="-122"/>
              </a:rPr>
              <a:t>和</a:t>
            </a:r>
            <a:r>
              <a:rPr lang="en-US" altLang="zh-CN" sz="1100" b="0" i="0" dirty="0">
                <a:solidFill>
                  <a:srgbClr val="000000"/>
                </a:solidFill>
                <a:effectLst/>
                <a:latin typeface="微软雅黑" panose="020B0503020204020204" pitchFamily="34" charset="-122"/>
                <a:ea typeface="微软雅黑" panose="020B0503020204020204" pitchFamily="34" charset="-122"/>
              </a:rPr>
              <a:t>6-</a:t>
            </a:r>
            <a:r>
              <a:rPr lang="zh-CN" altLang="en-US" sz="1100" b="0" i="0" dirty="0">
                <a:solidFill>
                  <a:srgbClr val="000000"/>
                </a:solidFill>
                <a:effectLst/>
                <a:latin typeface="微软雅黑" panose="020B0503020204020204" pitchFamily="34" charset="-122"/>
                <a:ea typeface="微软雅黑" panose="020B0503020204020204" pitchFamily="34" charset="-122"/>
              </a:rPr>
              <a:t>氨基丙酮酯</a:t>
            </a:r>
            <a:r>
              <a:rPr lang="en-US" altLang="zh-CN" sz="1100" b="0" i="0" dirty="0">
                <a:solidFill>
                  <a:srgbClr val="000000"/>
                </a:solidFill>
                <a:effectLst/>
                <a:latin typeface="微软雅黑" panose="020B0503020204020204" pitchFamily="34" charset="-122"/>
                <a:ea typeface="微软雅黑" panose="020B0503020204020204" pitchFamily="34" charset="-122"/>
              </a:rPr>
              <a:t>(2</a:t>
            </a:r>
            <a:r>
              <a:rPr lang="en-US" altLang="zh-CN" sz="1100" dirty="0">
                <a:solidFill>
                  <a:srgbClr val="000000"/>
                </a:solidFill>
                <a:latin typeface="微软雅黑" panose="020B0503020204020204" pitchFamily="34" charset="-122"/>
                <a:ea typeface="微软雅黑" panose="020B0503020204020204" pitchFamily="34" charset="-122"/>
              </a:rPr>
              <a:t>),</a:t>
            </a:r>
            <a:r>
              <a:rPr lang="zh-CN" altLang="en-US" sz="1100" dirty="0">
                <a:solidFill>
                  <a:srgbClr val="000000"/>
                </a:solidFill>
                <a:latin typeface="微软雅黑" panose="020B0503020204020204" pitchFamily="34" charset="-122"/>
                <a:ea typeface="微软雅黑" panose="020B0503020204020204" pitchFamily="34" charset="-122"/>
              </a:rPr>
              <a:t>而</a:t>
            </a:r>
            <a:r>
              <a:rPr lang="zh-CN" altLang="en-US" sz="1100" b="0" i="0" dirty="0">
                <a:solidFill>
                  <a:srgbClr val="000000"/>
                </a:solidFill>
                <a:effectLst/>
                <a:latin typeface="微软雅黑" panose="020B0503020204020204" pitchFamily="34" charset="-122"/>
                <a:ea typeface="微软雅黑" panose="020B0503020204020204" pitchFamily="34" charset="-122"/>
              </a:rPr>
              <a:t>产物</a:t>
            </a:r>
            <a:r>
              <a:rPr lang="en-US" altLang="zh-CN" sz="1100" b="0" i="0" dirty="0">
                <a:solidFill>
                  <a:srgbClr val="000000"/>
                </a:solidFill>
                <a:effectLst/>
                <a:latin typeface="微软雅黑" panose="020B0503020204020204" pitchFamily="34" charset="-122"/>
                <a:ea typeface="微软雅黑" panose="020B0503020204020204" pitchFamily="34" charset="-122"/>
              </a:rPr>
              <a:t>2</a:t>
            </a:r>
            <a:r>
              <a:rPr lang="zh-CN" altLang="en-US" sz="1100" b="0" i="0" dirty="0">
                <a:solidFill>
                  <a:srgbClr val="000000"/>
                </a:solidFill>
                <a:effectLst/>
                <a:latin typeface="微软雅黑" panose="020B0503020204020204" pitchFamily="34" charset="-122"/>
                <a:ea typeface="微软雅黑" panose="020B0503020204020204" pitchFamily="34" charset="-122"/>
              </a:rPr>
              <a:t>不易转化为</a:t>
            </a:r>
            <a:r>
              <a:rPr lang="en-US" altLang="zh-CN" sz="1100" b="0" i="0" dirty="0">
                <a:solidFill>
                  <a:srgbClr val="000000"/>
                </a:solidFill>
                <a:effectLst/>
                <a:latin typeface="微软雅黑" panose="020B0503020204020204" pitchFamily="34" charset="-122"/>
                <a:ea typeface="微软雅黑" panose="020B0503020204020204" pitchFamily="34" charset="-122"/>
              </a:rPr>
              <a:t>CPL</a:t>
            </a:r>
            <a:r>
              <a:rPr lang="zh-CN" altLang="en-US" sz="1100" b="0" i="0" dirty="0">
                <a:solidFill>
                  <a:srgbClr val="000000"/>
                </a:solidFill>
                <a:effectLst/>
                <a:latin typeface="微软雅黑" panose="020B0503020204020204" pitchFamily="34" charset="-122"/>
                <a:ea typeface="微软雅黑" panose="020B0503020204020204" pitchFamily="34" charset="-122"/>
              </a:rPr>
              <a:t>。</a:t>
            </a:r>
            <a:endParaRPr lang="en-US" altLang="zh-CN" sz="1100" b="0" i="0" dirty="0">
              <a:solidFill>
                <a:srgbClr val="000000"/>
              </a:solidFill>
              <a:effectLst/>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33A78BA2-22D1-1C89-2FE9-E31A52ACBA70}"/>
              </a:ext>
            </a:extLst>
          </p:cNvPr>
          <p:cNvSpPr txBox="1"/>
          <p:nvPr/>
        </p:nvSpPr>
        <p:spPr>
          <a:xfrm>
            <a:off x="5240287" y="2571750"/>
            <a:ext cx="3508293" cy="769441"/>
          </a:xfrm>
          <a:prstGeom prst="rect">
            <a:avLst/>
          </a:prstGeom>
          <a:noFill/>
        </p:spPr>
        <p:txBody>
          <a:bodyPr wrap="square" rtlCol="0">
            <a:spAutoFit/>
          </a:bodyPr>
          <a:lstStyle/>
          <a:p>
            <a:r>
              <a:rPr lang="zh-CN" altLang="en-US" sz="1100" b="0" i="0" dirty="0">
                <a:solidFill>
                  <a:srgbClr val="000000"/>
                </a:solidFill>
                <a:effectLst/>
                <a:latin typeface="微软雅黑" panose="020B0503020204020204" pitchFamily="34" charset="-122"/>
                <a:ea typeface="微软雅黑" panose="020B0503020204020204" pitchFamily="34" charset="-122"/>
              </a:rPr>
              <a:t>聚酰胺链的</a:t>
            </a:r>
            <a:r>
              <a:rPr lang="en-US" altLang="zh-CN" sz="1100" b="0" i="0" dirty="0">
                <a:solidFill>
                  <a:srgbClr val="000000"/>
                </a:solidFill>
                <a:effectLst/>
                <a:latin typeface="微软雅黑" panose="020B0503020204020204" pitchFamily="34" charset="-122"/>
                <a:ea typeface="微软雅黑" panose="020B0503020204020204" pitchFamily="34" charset="-122"/>
              </a:rPr>
              <a:t>N</a:t>
            </a:r>
            <a:r>
              <a:rPr lang="zh-CN" altLang="en-US" sz="1100" b="0" i="0" dirty="0">
                <a:solidFill>
                  <a:srgbClr val="000000"/>
                </a:solidFill>
                <a:effectLst/>
                <a:latin typeface="微软雅黑" panose="020B0503020204020204" pitchFamily="34" charset="-122"/>
                <a:ea typeface="微软雅黑" panose="020B0503020204020204" pitchFamily="34" charset="-122"/>
              </a:rPr>
              <a:t>端被一个天然亲核的伯氨基占据。这个氨基攻击相邻的羰基，生成己内酰胺</a:t>
            </a:r>
            <a:r>
              <a:rPr lang="en-US" altLang="zh-CN" sz="1100" dirty="0">
                <a:solidFill>
                  <a:srgbClr val="000000"/>
                </a:solidFill>
                <a:latin typeface="微软雅黑" panose="020B0503020204020204" pitchFamily="34" charset="-122"/>
                <a:ea typeface="微软雅黑" panose="020B0503020204020204" pitchFamily="34" charset="-122"/>
              </a:rPr>
              <a:t>(1)</a:t>
            </a:r>
            <a:r>
              <a:rPr lang="zh-CN" altLang="en-US" sz="1100" b="0" i="0" dirty="0">
                <a:solidFill>
                  <a:srgbClr val="000000"/>
                </a:solidFill>
                <a:effectLst/>
                <a:latin typeface="微软雅黑" panose="020B0503020204020204" pitchFamily="34" charset="-122"/>
                <a:ea typeface="微软雅黑" panose="020B0503020204020204" pitchFamily="34" charset="-122"/>
              </a:rPr>
              <a:t>和一端有</a:t>
            </a:r>
            <a:r>
              <a:rPr lang="en-US" altLang="zh-CN" sz="1100" b="0" i="0" dirty="0">
                <a:solidFill>
                  <a:srgbClr val="000000"/>
                </a:solidFill>
                <a:effectLst/>
                <a:latin typeface="微软雅黑" panose="020B0503020204020204" pitchFamily="34" charset="-122"/>
                <a:ea typeface="微软雅黑" panose="020B0503020204020204" pitchFamily="34" charset="-122"/>
              </a:rPr>
              <a:t>-</a:t>
            </a:r>
            <a:r>
              <a:rPr lang="en-US" altLang="zh-CN" sz="1100" dirty="0">
                <a:solidFill>
                  <a:srgbClr val="000000"/>
                </a:solidFill>
                <a:latin typeface="微软雅黑" panose="020B0503020204020204" pitchFamily="34" charset="-122"/>
                <a:ea typeface="微软雅黑" panose="020B0503020204020204" pitchFamily="34" charset="-122"/>
              </a:rPr>
              <a:t>NH</a:t>
            </a:r>
            <a:r>
              <a:rPr lang="en-US" altLang="zh-CN" sz="1100" baseline="-25000" dirty="0">
                <a:solidFill>
                  <a:srgbClr val="000000"/>
                </a:solidFill>
                <a:latin typeface="微软雅黑" panose="020B0503020204020204" pitchFamily="34" charset="-122"/>
                <a:ea typeface="微软雅黑" panose="020B0503020204020204" pitchFamily="34" charset="-122"/>
              </a:rPr>
              <a:t>2</a:t>
            </a:r>
            <a:r>
              <a:rPr lang="zh-CN" altLang="en-US" sz="1100" b="0" i="0" dirty="0">
                <a:solidFill>
                  <a:srgbClr val="000000"/>
                </a:solidFill>
                <a:effectLst/>
                <a:latin typeface="微软雅黑" panose="020B0503020204020204" pitchFamily="34" charset="-122"/>
                <a:ea typeface="微软雅黑" panose="020B0503020204020204" pitchFamily="34" charset="-122"/>
              </a:rPr>
              <a:t>的聚酰胺链</a:t>
            </a:r>
            <a:r>
              <a:rPr lang="en-US" altLang="zh-CN" sz="1100" dirty="0">
                <a:solidFill>
                  <a:srgbClr val="000000"/>
                </a:solidFill>
                <a:latin typeface="微软雅黑" panose="020B0503020204020204" pitchFamily="34" charset="-122"/>
                <a:ea typeface="微软雅黑" panose="020B0503020204020204" pitchFamily="34" charset="-122"/>
              </a:rPr>
              <a:t>(4)</a:t>
            </a:r>
            <a:r>
              <a:rPr lang="zh-CN" altLang="en-US" sz="1100" b="0" i="0" dirty="0">
                <a:solidFill>
                  <a:srgbClr val="000000"/>
                </a:solidFill>
                <a:effectLst/>
                <a:latin typeface="微软雅黑" panose="020B0503020204020204" pitchFamily="34" charset="-122"/>
                <a:ea typeface="微软雅黑" panose="020B0503020204020204" pitchFamily="34" charset="-122"/>
              </a:rPr>
              <a:t>。产物</a:t>
            </a:r>
            <a:r>
              <a:rPr lang="en-US" altLang="zh-CN" sz="1100" b="0" i="0" dirty="0">
                <a:solidFill>
                  <a:srgbClr val="000000"/>
                </a:solidFill>
                <a:effectLst/>
                <a:latin typeface="微软雅黑" panose="020B0503020204020204" pitchFamily="34" charset="-122"/>
                <a:ea typeface="微软雅黑" panose="020B0503020204020204" pitchFamily="34" charset="-122"/>
              </a:rPr>
              <a:t>4</a:t>
            </a:r>
            <a:r>
              <a:rPr lang="zh-CN" altLang="en-US" sz="1100" b="0" i="0" dirty="0">
                <a:solidFill>
                  <a:srgbClr val="000000"/>
                </a:solidFill>
                <a:effectLst/>
                <a:latin typeface="微软雅黑" panose="020B0503020204020204" pitchFamily="34" charset="-122"/>
                <a:ea typeface="微软雅黑" panose="020B0503020204020204" pitchFamily="34" charset="-122"/>
              </a:rPr>
              <a:t>同样含有一个</a:t>
            </a:r>
            <a:r>
              <a:rPr lang="en-US" altLang="zh-CN" sz="1100" dirty="0">
                <a:solidFill>
                  <a:srgbClr val="000000"/>
                </a:solidFill>
                <a:latin typeface="微软雅黑" panose="020B0503020204020204" pitchFamily="34" charset="-122"/>
                <a:ea typeface="微软雅黑" panose="020B0503020204020204" pitchFamily="34" charset="-122"/>
              </a:rPr>
              <a:t>N</a:t>
            </a:r>
            <a:r>
              <a:rPr lang="zh-CN" altLang="en-US" sz="1100" b="0" i="0" dirty="0">
                <a:solidFill>
                  <a:srgbClr val="000000"/>
                </a:solidFill>
                <a:effectLst/>
                <a:latin typeface="微软雅黑" panose="020B0503020204020204" pitchFamily="34" charset="-122"/>
                <a:ea typeface="微软雅黑" panose="020B0503020204020204" pitchFamily="34" charset="-122"/>
              </a:rPr>
              <a:t>端伯氨基，该氨基以类似的途径循环反应不断生成己内酰胺。</a:t>
            </a:r>
            <a:endParaRPr lang="en-US" altLang="zh-CN" sz="1100" dirty="0">
              <a:solidFill>
                <a:srgbClr val="00000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649B35E3-3CA8-2DB2-0240-DE8BF47EB8A7}"/>
              </a:ext>
            </a:extLst>
          </p:cNvPr>
          <p:cNvSpPr txBox="1"/>
          <p:nvPr/>
        </p:nvSpPr>
        <p:spPr>
          <a:xfrm>
            <a:off x="1185595" y="4628303"/>
            <a:ext cx="4653012" cy="276999"/>
          </a:xfrm>
          <a:prstGeom prst="rect">
            <a:avLst/>
          </a:prstGeom>
          <a:noFill/>
        </p:spPr>
        <p:txBody>
          <a:bodyPr wrap="square" rtlCol="0">
            <a:spAutoFit/>
          </a:bodyPr>
          <a:lstStyle/>
          <a:p>
            <a:r>
              <a:rPr lang="en-US" altLang="zh-CN" sz="600" dirty="0">
                <a:latin typeface="微软雅黑" panose="020B0503020204020204" pitchFamily="34" charset="-122"/>
                <a:ea typeface="微软雅黑" panose="020B0503020204020204" pitchFamily="34" charset="-122"/>
              </a:rPr>
              <a:t>[1]</a:t>
            </a:r>
            <a:r>
              <a:rPr lang="en-US" altLang="zh-CN" sz="600" dirty="0" err="1">
                <a:latin typeface="微软雅黑" panose="020B0503020204020204" pitchFamily="34" charset="-122"/>
                <a:ea typeface="微软雅黑" panose="020B0503020204020204" pitchFamily="34" charset="-122"/>
              </a:rPr>
              <a:t>Kamimura</a:t>
            </a:r>
            <a:r>
              <a:rPr lang="en-US" altLang="zh-CN" sz="600" dirty="0">
                <a:latin typeface="微软雅黑" panose="020B0503020204020204" pitchFamily="34" charset="-122"/>
                <a:ea typeface="微软雅黑" panose="020B0503020204020204" pitchFamily="34" charset="-122"/>
              </a:rPr>
              <a:t> A, Oishi Y, Kaiso K, et al. Supercritical secondary alcohols as useful media to convert polyamide into monomeric lactams[J]. </a:t>
            </a:r>
            <a:r>
              <a:rPr lang="en-US" altLang="zh-CN" sz="600" dirty="0" err="1">
                <a:latin typeface="微软雅黑" panose="020B0503020204020204" pitchFamily="34" charset="-122"/>
                <a:ea typeface="微软雅黑" panose="020B0503020204020204" pitchFamily="34" charset="-122"/>
              </a:rPr>
              <a:t>ChemSusChem</a:t>
            </a:r>
            <a:r>
              <a:rPr lang="en-US" altLang="zh-CN" sz="600" dirty="0">
                <a:latin typeface="微软雅黑" panose="020B0503020204020204" pitchFamily="34" charset="-122"/>
                <a:ea typeface="微软雅黑" panose="020B0503020204020204" pitchFamily="34" charset="-122"/>
              </a:rPr>
              <a:t>: Chemistry &amp; Sustainability Energy &amp; Materials, 2008, 1(1‐2): 82-84.</a:t>
            </a:r>
            <a:endParaRPr lang="zh-CN" altLang="en-US" sz="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89685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14</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FA71B6C0-BD90-F780-CCC0-AAF6771A6579}"/>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废尼龙</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的氨解回收法</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a:extLst>
              <a:ext uri="{FF2B5EF4-FFF2-40B4-BE49-F238E27FC236}">
                <a16:creationId xmlns:a16="http://schemas.microsoft.com/office/drawing/2014/main" id="{894D9C8E-9353-8483-68B3-65013787EABD}"/>
              </a:ext>
            </a:extLst>
          </p:cNvPr>
          <p:cNvPicPr>
            <a:picLocks noChangeAspect="1"/>
          </p:cNvPicPr>
          <p:nvPr/>
        </p:nvPicPr>
        <p:blipFill>
          <a:blip r:embed="rId6"/>
          <a:stretch>
            <a:fillRect/>
          </a:stretch>
        </p:blipFill>
        <p:spPr>
          <a:xfrm>
            <a:off x="0" y="873063"/>
            <a:ext cx="4343401" cy="940269"/>
          </a:xfrm>
          <a:prstGeom prst="rect">
            <a:avLst/>
          </a:prstGeom>
        </p:spPr>
      </p:pic>
      <p:sp>
        <p:nvSpPr>
          <p:cNvPr id="8" name="文本框 7">
            <a:extLst>
              <a:ext uri="{FF2B5EF4-FFF2-40B4-BE49-F238E27FC236}">
                <a16:creationId xmlns:a16="http://schemas.microsoft.com/office/drawing/2014/main" id="{78A700EF-284A-56D8-DFE7-24D0C981D560}"/>
              </a:ext>
            </a:extLst>
          </p:cNvPr>
          <p:cNvSpPr txBox="1"/>
          <p:nvPr/>
        </p:nvSpPr>
        <p:spPr>
          <a:xfrm>
            <a:off x="1227221" y="519402"/>
            <a:ext cx="1351652" cy="276999"/>
          </a:xfrm>
          <a:prstGeom prst="rect">
            <a:avLst/>
          </a:prstGeom>
          <a:noFill/>
        </p:spPr>
        <p:txBody>
          <a:bodyPr wrap="none" rtlCol="0">
            <a:spAutoFit/>
          </a:bodyPr>
          <a:lstStyle/>
          <a:p>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尼龙</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氨解示意图</a:t>
            </a:r>
          </a:p>
        </p:txBody>
      </p:sp>
      <p:sp>
        <p:nvSpPr>
          <p:cNvPr id="10" name="文本框 9">
            <a:extLst>
              <a:ext uri="{FF2B5EF4-FFF2-40B4-BE49-F238E27FC236}">
                <a16:creationId xmlns:a16="http://schemas.microsoft.com/office/drawing/2014/main" id="{761897E0-FCF9-32FD-45F4-C1C941DF3EB1}"/>
              </a:ext>
            </a:extLst>
          </p:cNvPr>
          <p:cNvSpPr txBox="1"/>
          <p:nvPr/>
        </p:nvSpPr>
        <p:spPr>
          <a:xfrm>
            <a:off x="4343401" y="1141503"/>
            <a:ext cx="4752661" cy="276999"/>
          </a:xfrm>
          <a:prstGeom prst="rect">
            <a:avLst/>
          </a:prstGeom>
          <a:noFill/>
        </p:spPr>
        <p:txBody>
          <a:bodyPr wrap="square" rtlCol="0">
            <a:spAutoFit/>
          </a:bodyPr>
          <a:lstStyle/>
          <a:p>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解聚产物</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己内酰胺</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(CPL)</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，氨基甲酰胺</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(ACAM)</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，氨基己腈（</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ACAN</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 name="文本框 10">
            <a:extLst>
              <a:ext uri="{FF2B5EF4-FFF2-40B4-BE49-F238E27FC236}">
                <a16:creationId xmlns:a16="http://schemas.microsoft.com/office/drawing/2014/main" id="{E065DE73-07A1-2A4C-7A04-73759DB42A59}"/>
              </a:ext>
            </a:extLst>
          </p:cNvPr>
          <p:cNvSpPr txBox="1"/>
          <p:nvPr/>
        </p:nvSpPr>
        <p:spPr>
          <a:xfrm>
            <a:off x="121245" y="2235247"/>
            <a:ext cx="3650358" cy="276999"/>
          </a:xfrm>
          <a:prstGeom prst="rect">
            <a:avLst/>
          </a:prstGeom>
          <a:noFill/>
        </p:spPr>
        <p:txBody>
          <a:bodyPr wrap="none" rtlCol="0">
            <a:spAutoFit/>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杜邦公司</a:t>
            </a:r>
            <a:r>
              <a:rPr lang="en-US" altLang="zh-CN" sz="120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采用氨解法来回收尼龙地毯，流程如下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baseline="300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2" name="组合 11">
            <a:extLst>
              <a:ext uri="{FF2B5EF4-FFF2-40B4-BE49-F238E27FC236}">
                <a16:creationId xmlns:a16="http://schemas.microsoft.com/office/drawing/2014/main" id="{754C6BD7-69EA-BD74-F4BE-46ACA3481EDB}"/>
              </a:ext>
            </a:extLst>
          </p:cNvPr>
          <p:cNvGrpSpPr/>
          <p:nvPr/>
        </p:nvGrpSpPr>
        <p:grpSpPr>
          <a:xfrm>
            <a:off x="180420" y="2784594"/>
            <a:ext cx="8597358" cy="1592744"/>
            <a:chOff x="215590" y="2635798"/>
            <a:chExt cx="8597358" cy="1592744"/>
          </a:xfrm>
        </p:grpSpPr>
        <p:sp>
          <p:nvSpPr>
            <p:cNvPr id="13" name="文本框 12">
              <a:extLst>
                <a:ext uri="{FF2B5EF4-FFF2-40B4-BE49-F238E27FC236}">
                  <a16:creationId xmlns:a16="http://schemas.microsoft.com/office/drawing/2014/main" id="{52B2C034-23EC-7796-FCB3-2F1DBFBDBE91}"/>
                </a:ext>
              </a:extLst>
            </p:cNvPr>
            <p:cNvSpPr txBox="1"/>
            <p:nvPr/>
          </p:nvSpPr>
          <p:spPr>
            <a:xfrm>
              <a:off x="215590" y="3255280"/>
              <a:ext cx="1738600" cy="306467"/>
            </a:xfrm>
            <a:prstGeom prst="roundRect">
              <a:avLst/>
            </a:prstGeom>
            <a:noFill/>
            <a:ln w="19050">
              <a:solidFill>
                <a:srgbClr val="0F6FC6"/>
              </a:solidFill>
              <a:prstDash val="sysDash"/>
            </a:ln>
          </p:spPr>
          <p:txBody>
            <a:bodyPr wrap="none" rtlCol="0">
              <a:spAutoFit/>
            </a:bodyP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尼龙</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6,6</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和尼龙</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混合物</a:t>
              </a:r>
            </a:p>
          </p:txBody>
        </p:sp>
        <p:grpSp>
          <p:nvGrpSpPr>
            <p:cNvPr id="14" name="组合 13">
              <a:extLst>
                <a:ext uri="{FF2B5EF4-FFF2-40B4-BE49-F238E27FC236}">
                  <a16:creationId xmlns:a16="http://schemas.microsoft.com/office/drawing/2014/main" id="{9D1F02F6-2BC1-DB56-E928-5FAABCF38899}"/>
                </a:ext>
              </a:extLst>
            </p:cNvPr>
            <p:cNvGrpSpPr/>
            <p:nvPr/>
          </p:nvGrpSpPr>
          <p:grpSpPr>
            <a:xfrm>
              <a:off x="1981594" y="2635798"/>
              <a:ext cx="6831354" cy="1592744"/>
              <a:chOff x="1981594" y="2635798"/>
              <a:chExt cx="6831354" cy="1592744"/>
            </a:xfrm>
          </p:grpSpPr>
          <p:cxnSp>
            <p:nvCxnSpPr>
              <p:cNvPr id="15" name="直接箭头连接符 14">
                <a:extLst>
                  <a:ext uri="{FF2B5EF4-FFF2-40B4-BE49-F238E27FC236}">
                    <a16:creationId xmlns:a16="http://schemas.microsoft.com/office/drawing/2014/main" id="{2D38F5C8-8CA1-4A36-B97D-16477D192872}"/>
                  </a:ext>
                </a:extLst>
              </p:cNvPr>
              <p:cNvCxnSpPr>
                <a:cxnSpLocks/>
              </p:cNvCxnSpPr>
              <p:nvPr/>
            </p:nvCxnSpPr>
            <p:spPr>
              <a:xfrm>
                <a:off x="1981594" y="3408514"/>
                <a:ext cx="21859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8F3845F9-5535-3E6B-7056-5F94581997B9}"/>
                  </a:ext>
                </a:extLst>
              </p:cNvPr>
              <p:cNvSpPr txBox="1"/>
              <p:nvPr/>
            </p:nvSpPr>
            <p:spPr>
              <a:xfrm>
                <a:off x="2046088" y="2946849"/>
                <a:ext cx="2056973" cy="461665"/>
              </a:xfrm>
              <a:prstGeom prst="rect">
                <a:avLst/>
              </a:prstGeom>
              <a:noFill/>
            </p:spPr>
            <p:txBody>
              <a:bodyPr wrap="none" rtlCol="0">
                <a:spAutoFit/>
              </a:bodyPr>
              <a:lstStyle/>
              <a:p>
                <a:pPr algn="ct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加入液氨：</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优选使用过量氨</a:t>
                </a:r>
                <a:endPar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加入</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Lewis</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酸前体催化</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2E8834F5-8D0A-409E-A2AB-C54CF0C38C03}"/>
                  </a:ext>
                </a:extLst>
              </p:cNvPr>
              <p:cNvSpPr txBox="1"/>
              <p:nvPr/>
            </p:nvSpPr>
            <p:spPr>
              <a:xfrm>
                <a:off x="2160770" y="3455882"/>
                <a:ext cx="1505540" cy="461665"/>
              </a:xfrm>
              <a:prstGeom prst="rect">
                <a:avLst/>
              </a:prstGeom>
              <a:noFill/>
            </p:spPr>
            <p:txBody>
              <a:bodyPr wrap="none" rtlCol="0">
                <a:spAutoFit/>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优选</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300-350</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P: </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优选</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500-2500psig</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03B4576A-F519-634D-8FB8-359C94ADE2DD}"/>
                  </a:ext>
                </a:extLst>
              </p:cNvPr>
              <p:cNvSpPr txBox="1"/>
              <p:nvPr/>
            </p:nvSpPr>
            <p:spPr>
              <a:xfrm>
                <a:off x="4167553" y="2642347"/>
                <a:ext cx="1895594" cy="1532334"/>
              </a:xfrm>
              <a:prstGeom prst="roundRect">
                <a:avLst/>
              </a:prstGeom>
              <a:noFill/>
              <a:ln w="19050">
                <a:solidFill>
                  <a:srgbClr val="0F6FC6"/>
                </a:solidFill>
                <a:prstDash val="sysDash"/>
              </a:ln>
            </p:spPr>
            <p:txBody>
              <a:bodyPr wrap="square" rtlCol="0">
                <a:spAutoFit/>
              </a:bodyPr>
              <a:lstStyle/>
              <a:p>
                <a:pPr algn="ctr"/>
                <a:r>
                  <a:rPr lang="zh-CN" altLang="en-US" sz="1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解聚单体</a:t>
                </a:r>
                <a:endParaRPr lang="en-US" altLang="zh-CN" sz="1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六亚甲二胺</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(HMD)</a:t>
                </a:r>
                <a:endPar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氰戊酰胺</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(CVAM)</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己二腈</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p>
              <a:p>
                <a:pPr algn="ct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己内酰胺</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(CL)</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氨基丙酰胺</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(ACAM)</a:t>
                </a:r>
              </a:p>
              <a:p>
                <a:pPr algn="ct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氨基丙腈</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(6ACN)</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07FC68E9-60C4-CD84-24A0-1EADC4CE340B}"/>
                  </a:ext>
                </a:extLst>
              </p:cNvPr>
              <p:cNvSpPr txBox="1"/>
              <p:nvPr/>
            </p:nvSpPr>
            <p:spPr>
              <a:xfrm>
                <a:off x="6389080" y="2635798"/>
                <a:ext cx="2423868" cy="1592744"/>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反应中生成的水会抑制中间形成</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的酰胺转化为腈，需要通氨气除</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水；</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Lewis</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酸前体</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优选是</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从由</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cX3</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MnX</a:t>
                </a:r>
                <a:r>
                  <a:rPr lang="en-US" altLang="zh-CN" sz="1200" b="0" i="0"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ReX</a:t>
                </a:r>
                <a:r>
                  <a:rPr lang="en-US" altLang="zh-CN" sz="1200" b="0" i="0"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eX</a:t>
                </a:r>
                <a:r>
                  <a:rPr lang="en-US" altLang="zh-CN" sz="1200" b="0" i="0"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CuX</a:t>
                </a:r>
                <a:r>
                  <a:rPr lang="en-US" altLang="zh-CN" sz="1200" b="0" i="0"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200" b="0" i="0" dirty="0" err="1">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CuX</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ZnX</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MoX6</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WX</a:t>
                </a:r>
                <a:r>
                  <a:rPr lang="en-US" altLang="zh-CN" sz="1200" b="0" i="0"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a:t>
                </a:r>
              </a:p>
              <a:p>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1X</a:t>
                </a:r>
                <a:r>
                  <a:rPr lang="en-US" altLang="zh-CN" sz="1200" b="0" i="0" baseline="-250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组成的基团中选择的络合物，</a:t>
                </a:r>
                <a:endPar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X = C1</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Br</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200" b="0" i="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sp>
        <p:nvSpPr>
          <p:cNvPr id="6" name="文本框 5">
            <a:extLst>
              <a:ext uri="{FF2B5EF4-FFF2-40B4-BE49-F238E27FC236}">
                <a16:creationId xmlns:a16="http://schemas.microsoft.com/office/drawing/2014/main" id="{10922B35-9C17-4D61-B382-034CE22A9969}"/>
              </a:ext>
            </a:extLst>
          </p:cNvPr>
          <p:cNvSpPr txBox="1"/>
          <p:nvPr/>
        </p:nvSpPr>
        <p:spPr>
          <a:xfrm>
            <a:off x="1259540" y="4722044"/>
            <a:ext cx="3667992" cy="184666"/>
          </a:xfrm>
          <a:prstGeom prst="rect">
            <a:avLst/>
          </a:prstGeom>
          <a:noFill/>
        </p:spPr>
        <p:txBody>
          <a:bodyPr wrap="none" rtlCol="0">
            <a:spAutoFit/>
          </a:bodyPr>
          <a:lstStyle/>
          <a:p>
            <a:r>
              <a:rPr lang="en-US" altLang="zh-CN" sz="600" dirty="0">
                <a:latin typeface="微软雅黑" panose="020B0503020204020204" pitchFamily="34" charset="-122"/>
                <a:ea typeface="微软雅黑" panose="020B0503020204020204" pitchFamily="34" charset="-122"/>
              </a:rPr>
              <a:t>[1]R. J. McKinney (1995) Lewis acid catalyzed ammonolysis of Nylon, U.S. Patent No. 5,395,974. </a:t>
            </a:r>
            <a:endParaRPr lang="zh-CN" altLang="en-US" sz="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5844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15</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78B2F843-C686-1A2F-65F7-1F4A232091CA}"/>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己内酰胺精制分离</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液液萃取</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E7D3EAAC-CF57-8E06-8A55-49CB71145CA2}"/>
              </a:ext>
            </a:extLst>
          </p:cNvPr>
          <p:cNvSpPr txBox="1"/>
          <p:nvPr/>
        </p:nvSpPr>
        <p:spPr>
          <a:xfrm>
            <a:off x="0" y="781027"/>
            <a:ext cx="9108630" cy="276999"/>
          </a:xfrm>
          <a:prstGeom prst="rect">
            <a:avLst/>
          </a:prstGeom>
          <a:noFill/>
        </p:spPr>
        <p:txBody>
          <a:bodyPr wrap="square">
            <a:spAutoFit/>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萃取剂多用苯和甲苯。通过萃取除去粗己内酰胺溶液中的</a:t>
            </a:r>
            <a:r>
              <a:rPr lang="zh-CN" alt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油溶性杂质</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，后续的水洗和水反萃除去</a:t>
            </a:r>
            <a:r>
              <a:rPr lang="zh-CN" altLang="en-US" sz="1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部分水溶性杂质</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a:extLst>
              <a:ext uri="{FF2B5EF4-FFF2-40B4-BE49-F238E27FC236}">
                <a16:creationId xmlns:a16="http://schemas.microsoft.com/office/drawing/2014/main" id="{AD5A0580-6BFF-2561-D7D5-6595083031A4}"/>
              </a:ext>
            </a:extLst>
          </p:cNvPr>
          <p:cNvPicPr>
            <a:picLocks noChangeAspect="1"/>
          </p:cNvPicPr>
          <p:nvPr/>
        </p:nvPicPr>
        <p:blipFill>
          <a:blip r:embed="rId6"/>
          <a:stretch>
            <a:fillRect/>
          </a:stretch>
        </p:blipFill>
        <p:spPr>
          <a:xfrm>
            <a:off x="117475" y="1725864"/>
            <a:ext cx="3456481" cy="2174944"/>
          </a:xfrm>
          <a:prstGeom prst="rect">
            <a:avLst/>
          </a:prstGeom>
        </p:spPr>
      </p:pic>
      <p:graphicFrame>
        <p:nvGraphicFramePr>
          <p:cNvPr id="10" name="表格 9">
            <a:extLst>
              <a:ext uri="{FF2B5EF4-FFF2-40B4-BE49-F238E27FC236}">
                <a16:creationId xmlns:a16="http://schemas.microsoft.com/office/drawing/2014/main" id="{3141EA67-4165-2C75-6825-58BECB47B501}"/>
              </a:ext>
            </a:extLst>
          </p:cNvPr>
          <p:cNvGraphicFramePr>
            <a:graphicFrameLocks noGrp="1"/>
          </p:cNvGraphicFramePr>
          <p:nvPr>
            <p:extLst>
              <p:ext uri="{D42A27DB-BD31-4B8C-83A1-F6EECF244321}">
                <p14:modId xmlns:p14="http://schemas.microsoft.com/office/powerpoint/2010/main" val="3138507844"/>
              </p:ext>
            </p:extLst>
          </p:nvPr>
        </p:nvGraphicFramePr>
        <p:xfrm>
          <a:off x="3774506" y="1856662"/>
          <a:ext cx="5112711" cy="2042160"/>
        </p:xfrm>
        <a:graphic>
          <a:graphicData uri="http://schemas.openxmlformats.org/drawingml/2006/table">
            <a:tbl>
              <a:tblPr firstRow="1" bandRow="1">
                <a:tableStyleId>{5C22544A-7EE6-4342-B048-85BDC9FD1C3A}</a:tableStyleId>
              </a:tblPr>
              <a:tblGrid>
                <a:gridCol w="1415107">
                  <a:extLst>
                    <a:ext uri="{9D8B030D-6E8A-4147-A177-3AD203B41FA5}">
                      <a16:colId xmlns:a16="http://schemas.microsoft.com/office/drawing/2014/main" val="4280265645"/>
                    </a:ext>
                  </a:extLst>
                </a:gridCol>
                <a:gridCol w="1792068">
                  <a:extLst>
                    <a:ext uri="{9D8B030D-6E8A-4147-A177-3AD203B41FA5}">
                      <a16:colId xmlns:a16="http://schemas.microsoft.com/office/drawing/2014/main" val="3644252970"/>
                    </a:ext>
                  </a:extLst>
                </a:gridCol>
                <a:gridCol w="1905536">
                  <a:extLst>
                    <a:ext uri="{9D8B030D-6E8A-4147-A177-3AD203B41FA5}">
                      <a16:colId xmlns:a16="http://schemas.microsoft.com/office/drawing/2014/main" val="3178656050"/>
                    </a:ext>
                  </a:extLst>
                </a:gridCol>
              </a:tblGrid>
              <a:tr h="0">
                <a:tc>
                  <a:txBody>
                    <a:bodyPr/>
                    <a:lstStyle/>
                    <a:p>
                      <a:pPr algn="ctr"/>
                      <a:r>
                        <a:rPr lang="zh-CN" altLang="en-US" sz="1000" dirty="0">
                          <a:latin typeface="微软雅黑" panose="020B0503020204020204" pitchFamily="34" charset="-122"/>
                          <a:ea typeface="微软雅黑" panose="020B0503020204020204" pitchFamily="34" charset="-122"/>
                        </a:rPr>
                        <a:t>相关研究和改进</a:t>
                      </a:r>
                    </a:p>
                  </a:txBody>
                  <a:tcPr anchor="ctr"/>
                </a:tc>
                <a:tc>
                  <a:txBody>
                    <a:bodyPr/>
                    <a:lstStyle/>
                    <a:p>
                      <a:pPr algn="ctr"/>
                      <a:r>
                        <a:rPr lang="zh-CN" altLang="en-US" sz="1000" dirty="0">
                          <a:latin typeface="微软雅黑" panose="020B0503020204020204" pitchFamily="34" charset="-122"/>
                          <a:ea typeface="微软雅黑" panose="020B0503020204020204" pitchFamily="34" charset="-122"/>
                        </a:rPr>
                        <a:t>研究内容</a:t>
                      </a:r>
                    </a:p>
                  </a:txBody>
                  <a:tcPr anchor="ctr"/>
                </a:tc>
                <a:tc>
                  <a:txBody>
                    <a:bodyPr/>
                    <a:lstStyle/>
                    <a:p>
                      <a:pPr algn="ctr"/>
                      <a:r>
                        <a:rPr lang="zh-CN" altLang="en-US" sz="1000" dirty="0">
                          <a:latin typeface="微软雅黑" panose="020B0503020204020204" pitchFamily="34" charset="-122"/>
                          <a:ea typeface="微软雅黑" panose="020B0503020204020204" pitchFamily="34" charset="-122"/>
                        </a:rPr>
                        <a:t>研究结论</a:t>
                      </a:r>
                    </a:p>
                  </a:txBody>
                  <a:tcPr anchor="ctr"/>
                </a:tc>
                <a:extLst>
                  <a:ext uri="{0D108BD9-81ED-4DB2-BD59-A6C34878D82A}">
                    <a16:rowId xmlns:a16="http://schemas.microsoft.com/office/drawing/2014/main" val="308844116"/>
                  </a:ext>
                </a:extLst>
              </a:tr>
              <a:tr h="507999">
                <a:tc>
                  <a:txBody>
                    <a:bodyPr/>
                    <a:lstStyle/>
                    <a:p>
                      <a:pPr algn="ctr"/>
                      <a:r>
                        <a:rPr lang="zh-CN" altLang="en-US" sz="1000" dirty="0">
                          <a:latin typeface="微软雅黑" panose="020B0503020204020204" pitchFamily="34" charset="-122"/>
                          <a:ea typeface="微软雅黑" panose="020B0503020204020204" pitchFamily="34" charset="-122"/>
                        </a:rPr>
                        <a:t>清华大学</a:t>
                      </a:r>
                      <a:endParaRPr lang="zh-CN" altLang="en-US" sz="1000" baseline="30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l"/>
                      <a:r>
                        <a:rPr lang="zh-CN" altLang="en-US" sz="1000" dirty="0">
                          <a:latin typeface="微软雅黑" panose="020B0503020204020204" pitchFamily="34" charset="-122"/>
                          <a:ea typeface="微软雅黑" panose="020B0503020204020204" pitchFamily="34" charset="-122"/>
                        </a:rPr>
                        <a:t>改进萃取装置，研制了</a:t>
                      </a:r>
                      <a:r>
                        <a:rPr lang="zh-CN" altLang="en-US" sz="1000" dirty="0">
                          <a:solidFill>
                            <a:srgbClr val="FF0000"/>
                          </a:solidFill>
                          <a:latin typeface="微软雅黑" panose="020B0503020204020204" pitchFamily="34" charset="-122"/>
                          <a:ea typeface="微软雅黑" panose="020B0503020204020204" pitchFamily="34" charset="-122"/>
                        </a:rPr>
                        <a:t>新型转盘萃取塔</a:t>
                      </a:r>
                      <a:r>
                        <a:rPr lang="en-US" altLang="zh-CN" sz="1000" dirty="0">
                          <a:solidFill>
                            <a:srgbClr val="FF0000"/>
                          </a:solidFill>
                          <a:latin typeface="微软雅黑" panose="020B0503020204020204" pitchFamily="34" charset="-122"/>
                          <a:ea typeface="微软雅黑" panose="020B0503020204020204" pitchFamily="34" charset="-122"/>
                        </a:rPr>
                        <a:t>(NRDC)</a:t>
                      </a:r>
                      <a:endParaRPr lang="zh-CN" altLang="en-US" sz="1000" dirty="0">
                        <a:solidFill>
                          <a:srgbClr val="FF0000"/>
                        </a:solidFill>
                        <a:latin typeface="微软雅黑" panose="020B0503020204020204" pitchFamily="34" charset="-122"/>
                        <a:ea typeface="微软雅黑" panose="020B0503020204020204" pitchFamily="34" charset="-122"/>
                      </a:endParaRPr>
                    </a:p>
                  </a:txBody>
                  <a:tcPr anchor="ctr"/>
                </a:tc>
                <a:tc>
                  <a:txBody>
                    <a:bodyPr/>
                    <a:lstStyle/>
                    <a:p>
                      <a:pPr algn="l"/>
                      <a:r>
                        <a:rPr lang="zh-CN" altLang="en-US" sz="1000" dirty="0">
                          <a:latin typeface="微软雅黑" panose="020B0503020204020204" pitchFamily="34" charset="-122"/>
                          <a:ea typeface="微软雅黑" panose="020B0503020204020204" pitchFamily="34" charset="-122"/>
                        </a:rPr>
                        <a:t>实际应用中表明塔顶出</a:t>
                      </a:r>
                      <a:r>
                        <a:rPr lang="en-US" altLang="zh-CN" sz="1000" dirty="0">
                          <a:latin typeface="微软雅黑" panose="020B0503020204020204" pitchFamily="34" charset="-122"/>
                          <a:ea typeface="微软雅黑" panose="020B0503020204020204" pitchFamily="34" charset="-122"/>
                        </a:rPr>
                        <a:t>( </a:t>
                      </a:r>
                      <a:r>
                        <a:rPr lang="zh-CN" altLang="en-US" sz="1000" dirty="0">
                          <a:latin typeface="微软雅黑" panose="020B0503020204020204" pitchFamily="34" charset="-122"/>
                          <a:ea typeface="微软雅黑" panose="020B0503020204020204" pitchFamily="34" charset="-122"/>
                        </a:rPr>
                        <a:t>苯</a:t>
                      </a:r>
                      <a:r>
                        <a:rPr lang="en-US" altLang="zh-CN" sz="1000" dirty="0">
                          <a:latin typeface="微软雅黑" panose="020B0503020204020204" pitchFamily="34" charset="-122"/>
                          <a:ea typeface="微软雅黑" panose="020B0503020204020204" pitchFamily="34" charset="-122"/>
                        </a:rPr>
                        <a:t>—</a:t>
                      </a:r>
                      <a:r>
                        <a:rPr lang="zh-CN" altLang="en-US" sz="1000" dirty="0">
                          <a:latin typeface="微软雅黑" panose="020B0503020204020204" pitchFamily="34" charset="-122"/>
                          <a:ea typeface="微软雅黑" panose="020B0503020204020204" pitchFamily="34" charset="-122"/>
                        </a:rPr>
                        <a:t>己液</a:t>
                      </a:r>
                      <a:r>
                        <a:rPr lang="en-US" altLang="zh-CN" sz="1000" dirty="0">
                          <a:latin typeface="微软雅黑" panose="020B0503020204020204" pitchFamily="34" charset="-122"/>
                          <a:ea typeface="微软雅黑" panose="020B0503020204020204" pitchFamily="34" charset="-122"/>
                        </a:rPr>
                        <a:t>)</a:t>
                      </a:r>
                      <a:r>
                        <a:rPr lang="zh-CN" altLang="en-US" sz="1000" dirty="0">
                          <a:latin typeface="微软雅黑" panose="020B0503020204020204" pitchFamily="34" charset="-122"/>
                          <a:ea typeface="微软雅黑" panose="020B0503020204020204" pitchFamily="34" charset="-122"/>
                        </a:rPr>
                        <a:t>料中</a:t>
                      </a:r>
                      <a:r>
                        <a:rPr lang="zh-CN" altLang="en-US" sz="1000" dirty="0">
                          <a:solidFill>
                            <a:srgbClr val="FF0000"/>
                          </a:solidFill>
                          <a:latin typeface="微软雅黑" panose="020B0503020204020204" pitchFamily="34" charset="-122"/>
                          <a:ea typeface="微软雅黑" panose="020B0503020204020204" pitchFamily="34" charset="-122"/>
                        </a:rPr>
                        <a:t>硫铵等无机杂质进入有机相的量减少</a:t>
                      </a:r>
                      <a:r>
                        <a:rPr lang="zh-CN" altLang="en-US" sz="1000" dirty="0">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2553824044"/>
                  </a:ext>
                </a:extLst>
              </a:tr>
              <a:tr h="433796">
                <a:tc>
                  <a:txBody>
                    <a:bodyPr/>
                    <a:lstStyle/>
                    <a:p>
                      <a:pPr algn="ctr"/>
                      <a:r>
                        <a:rPr lang="zh-CN" altLang="en-US" sz="1000" baseline="0" dirty="0">
                          <a:latin typeface="Times New Roman" panose="02020603050405020304" pitchFamily="18" charset="0"/>
                          <a:ea typeface="微软雅黑" panose="020B0503020204020204" pitchFamily="34" charset="-122"/>
                          <a:cs typeface="Times New Roman" panose="02020603050405020304" pitchFamily="18" charset="0"/>
                        </a:rPr>
                        <a:t>龚全安</a:t>
                      </a:r>
                      <a:r>
                        <a:rPr lang="en-US" altLang="zh-CN" sz="100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000" baseline="0" dirty="0">
                          <a:latin typeface="Times New Roman" panose="02020603050405020304" pitchFamily="18" charset="0"/>
                          <a:ea typeface="微软雅黑" panose="020B0503020204020204" pitchFamily="34" charset="-122"/>
                          <a:cs typeface="Times New Roman" panose="02020603050405020304" pitchFamily="18" charset="0"/>
                        </a:rPr>
                        <a:t>等</a:t>
                      </a:r>
                      <a:endParaRPr lang="zh-CN" altLang="en-US" sz="1000" baseline="300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l"/>
                      <a:r>
                        <a:rPr lang="zh-CN" altLang="en-US" sz="1000" dirty="0">
                          <a:latin typeface="微软雅黑" panose="020B0503020204020204" pitchFamily="34" charset="-122"/>
                          <a:ea typeface="微软雅黑" panose="020B0503020204020204" pitchFamily="34" charset="-122"/>
                        </a:rPr>
                        <a:t>在甲苯法生产己内酰胺的精制过程中，</a:t>
                      </a:r>
                      <a:r>
                        <a:rPr lang="zh-CN" altLang="en-US" sz="1000" dirty="0">
                          <a:solidFill>
                            <a:srgbClr val="FF0000"/>
                          </a:solidFill>
                          <a:latin typeface="微软雅黑" panose="020B0503020204020204" pitchFamily="34" charset="-122"/>
                          <a:ea typeface="微软雅黑" panose="020B0503020204020204" pitchFamily="34" charset="-122"/>
                        </a:rPr>
                        <a:t>用苯</a:t>
                      </a:r>
                      <a:r>
                        <a:rPr lang="en-US" altLang="zh-CN" sz="1000" dirty="0">
                          <a:solidFill>
                            <a:srgbClr val="FF0000"/>
                          </a:solidFill>
                          <a:latin typeface="微软雅黑" panose="020B0503020204020204" pitchFamily="34" charset="-122"/>
                          <a:ea typeface="微软雅黑" panose="020B0503020204020204" pitchFamily="34" charset="-122"/>
                        </a:rPr>
                        <a:t>/</a:t>
                      </a:r>
                      <a:r>
                        <a:rPr lang="zh-CN" altLang="en-US" sz="1000" dirty="0">
                          <a:solidFill>
                            <a:srgbClr val="FF0000"/>
                          </a:solidFill>
                          <a:latin typeface="微软雅黑" panose="020B0503020204020204" pitchFamily="34" charset="-122"/>
                          <a:ea typeface="微软雅黑" panose="020B0503020204020204" pitchFamily="34" charset="-122"/>
                        </a:rPr>
                        <a:t>环己烷混合溶剂代替甲苯进行萃取</a:t>
                      </a:r>
                    </a:p>
                  </a:txBody>
                  <a:tcPr anchor="ctr"/>
                </a:tc>
                <a:tc>
                  <a:txBody>
                    <a:bodyPr/>
                    <a:lstStyle/>
                    <a:p>
                      <a:pPr algn="l"/>
                      <a:r>
                        <a:rPr lang="zh-CN" altLang="en-US" sz="1000" dirty="0">
                          <a:latin typeface="微软雅黑" panose="020B0503020204020204" pitchFamily="34" charset="-122"/>
                          <a:ea typeface="微软雅黑" panose="020B0503020204020204" pitchFamily="34" charset="-122"/>
                        </a:rPr>
                        <a:t>消除了萃取中的乳化现象，萃取能力变强，同时水反萃效果明显改善。</a:t>
                      </a:r>
                    </a:p>
                  </a:txBody>
                  <a:tcPr anchor="ctr"/>
                </a:tc>
                <a:extLst>
                  <a:ext uri="{0D108BD9-81ED-4DB2-BD59-A6C34878D82A}">
                    <a16:rowId xmlns:a16="http://schemas.microsoft.com/office/drawing/2014/main" val="1025367259"/>
                  </a:ext>
                </a:extLst>
              </a:tr>
              <a:tr h="505118">
                <a:tc>
                  <a:txBody>
                    <a:bodyPr/>
                    <a:lstStyle/>
                    <a:p>
                      <a:pPr algn="ctr"/>
                      <a:r>
                        <a:rPr lang="zh-CN" altLang="en-US" sz="1000" dirty="0">
                          <a:latin typeface="微软雅黑" panose="020B0503020204020204" pitchFamily="34" charset="-122"/>
                          <a:ea typeface="微软雅黑" panose="020B0503020204020204" pitchFamily="34" charset="-122"/>
                        </a:rPr>
                        <a:t>巨化集团</a:t>
                      </a:r>
                      <a:r>
                        <a:rPr lang="en-US" altLang="zh-CN" sz="1000" baseline="30000" dirty="0">
                          <a:latin typeface="微软雅黑" panose="020B0503020204020204" pitchFamily="34" charset="-122"/>
                          <a:ea typeface="微软雅黑" panose="020B0503020204020204" pitchFamily="34" charset="-122"/>
                        </a:rPr>
                        <a:t>[2]</a:t>
                      </a:r>
                      <a:endParaRPr lang="zh-CN" altLang="en-US" sz="1000" baseline="30000" dirty="0">
                        <a:latin typeface="微软雅黑" panose="020B0503020204020204" pitchFamily="34" charset="-122"/>
                        <a:ea typeface="微软雅黑" panose="020B0503020204020204" pitchFamily="34" charset="-122"/>
                      </a:endParaRPr>
                    </a:p>
                  </a:txBody>
                  <a:tcPr anchor="ctr"/>
                </a:tc>
                <a:tc>
                  <a:txBody>
                    <a:bodyPr/>
                    <a:lstStyle/>
                    <a:p>
                      <a:pPr algn="l"/>
                      <a:r>
                        <a:rPr lang="zh-CN" altLang="en-US" sz="1000" dirty="0">
                          <a:latin typeface="微软雅黑" panose="020B0503020204020204" pitchFamily="34" charset="-122"/>
                          <a:ea typeface="微软雅黑" panose="020B0503020204020204" pitchFamily="34" charset="-122"/>
                        </a:rPr>
                        <a:t>在苯萃后不用水反萃，而是向苯</a:t>
                      </a:r>
                      <a:r>
                        <a:rPr lang="en-US" altLang="zh-CN" sz="1000" dirty="0">
                          <a:latin typeface="微软雅黑" panose="020B0503020204020204" pitchFamily="34" charset="-122"/>
                          <a:ea typeface="微软雅黑" panose="020B0503020204020204" pitchFamily="34" charset="-122"/>
                        </a:rPr>
                        <a:t>-</a:t>
                      </a:r>
                      <a:r>
                        <a:rPr lang="zh-CN" altLang="en-US" sz="1000" dirty="0">
                          <a:latin typeface="微软雅黑" panose="020B0503020204020204" pitchFamily="34" charset="-122"/>
                          <a:ea typeface="微软雅黑" panose="020B0503020204020204" pitchFamily="34" charset="-122"/>
                        </a:rPr>
                        <a:t>己液中</a:t>
                      </a:r>
                      <a:r>
                        <a:rPr lang="zh-CN" altLang="en-US" sz="1000" dirty="0">
                          <a:solidFill>
                            <a:srgbClr val="FF0000"/>
                          </a:solidFill>
                          <a:latin typeface="微软雅黑" panose="020B0503020204020204" pitchFamily="34" charset="-122"/>
                          <a:ea typeface="微软雅黑" panose="020B0503020204020204" pitchFamily="34" charset="-122"/>
                        </a:rPr>
                        <a:t>加入水作为共沸剂，通过共沸蒸馏脱苯</a:t>
                      </a:r>
                    </a:p>
                  </a:txBody>
                  <a:tcPr anchor="ctr"/>
                </a:tc>
                <a:tc>
                  <a:txBody>
                    <a:bodyPr/>
                    <a:lstStyle/>
                    <a:p>
                      <a:pPr algn="l"/>
                      <a:r>
                        <a:rPr lang="zh-CN" altLang="en-US" sz="1000" dirty="0">
                          <a:solidFill>
                            <a:srgbClr val="FF0000"/>
                          </a:solidFill>
                          <a:latin typeface="微软雅黑" panose="020B0503020204020204" pitchFamily="34" charset="-122"/>
                          <a:ea typeface="微软雅黑" panose="020B0503020204020204" pitchFamily="34" charset="-122"/>
                        </a:rPr>
                        <a:t>部分水溶性杂质从塔顶以苯水共沸物的形式被除去</a:t>
                      </a:r>
                      <a:r>
                        <a:rPr lang="zh-CN" altLang="en-US" sz="1000" dirty="0">
                          <a:latin typeface="微软雅黑" panose="020B0503020204020204" pitchFamily="34" charset="-122"/>
                          <a:ea typeface="微软雅黑" panose="020B0503020204020204" pitchFamily="34" charset="-122"/>
                        </a:rPr>
                        <a:t>，塔底得到</a:t>
                      </a:r>
                      <a:r>
                        <a:rPr lang="en-US" altLang="zh-CN" sz="1000" dirty="0">
                          <a:latin typeface="微软雅黑" panose="020B0503020204020204" pitchFamily="34" charset="-122"/>
                          <a:ea typeface="微软雅黑" panose="020B0503020204020204" pitchFamily="34" charset="-122"/>
                        </a:rPr>
                        <a:t>85% -90%</a:t>
                      </a:r>
                      <a:r>
                        <a:rPr lang="zh-CN" altLang="en-US" sz="1000" dirty="0">
                          <a:latin typeface="微软雅黑" panose="020B0503020204020204" pitchFamily="34" charset="-122"/>
                          <a:ea typeface="微软雅黑" panose="020B0503020204020204" pitchFamily="34" charset="-122"/>
                        </a:rPr>
                        <a:t>的己</a:t>
                      </a:r>
                      <a:r>
                        <a:rPr lang="en-US" altLang="zh-CN" sz="1000" dirty="0">
                          <a:latin typeface="微软雅黑" panose="020B0503020204020204" pitchFamily="34" charset="-122"/>
                          <a:ea typeface="微软雅黑" panose="020B0503020204020204" pitchFamily="34" charset="-122"/>
                        </a:rPr>
                        <a:t>-</a:t>
                      </a:r>
                      <a:r>
                        <a:rPr lang="zh-CN" altLang="en-US" sz="1000" dirty="0">
                          <a:latin typeface="微软雅黑" panose="020B0503020204020204" pitchFamily="34" charset="-122"/>
                          <a:ea typeface="微软雅黑" panose="020B0503020204020204" pitchFamily="34" charset="-122"/>
                        </a:rPr>
                        <a:t>水溶液浓度。此工艺节能优势明显</a:t>
                      </a:r>
                    </a:p>
                  </a:txBody>
                  <a:tcPr anchor="ctr"/>
                </a:tc>
                <a:extLst>
                  <a:ext uri="{0D108BD9-81ED-4DB2-BD59-A6C34878D82A}">
                    <a16:rowId xmlns:a16="http://schemas.microsoft.com/office/drawing/2014/main" val="4235247666"/>
                  </a:ext>
                </a:extLst>
              </a:tr>
            </a:tbl>
          </a:graphicData>
        </a:graphic>
      </p:graphicFrame>
      <p:sp>
        <p:nvSpPr>
          <p:cNvPr id="11" name="文本框 10">
            <a:extLst>
              <a:ext uri="{FF2B5EF4-FFF2-40B4-BE49-F238E27FC236}">
                <a16:creationId xmlns:a16="http://schemas.microsoft.com/office/drawing/2014/main" id="{F4DE1D54-886E-86F9-E860-3E883F0671DC}"/>
              </a:ext>
            </a:extLst>
          </p:cNvPr>
          <p:cNvSpPr txBox="1"/>
          <p:nvPr/>
        </p:nvSpPr>
        <p:spPr>
          <a:xfrm>
            <a:off x="683460" y="4065630"/>
            <a:ext cx="2244525" cy="276999"/>
          </a:xfrm>
          <a:prstGeom prst="rect">
            <a:avLst/>
          </a:prstGeom>
          <a:noFill/>
        </p:spPr>
        <p:txBody>
          <a:bodyPr wrap="none" rtlCol="0">
            <a:spAutoFit/>
          </a:bodyPr>
          <a:lstStyle/>
          <a:p>
            <a:r>
              <a:rPr lang="zh-CN" altLang="en-US" sz="1200" b="1" dirty="0">
                <a:latin typeface="微软雅黑" panose="020B0503020204020204" pitchFamily="34" charset="-122"/>
                <a:ea typeface="微软雅黑" panose="020B0503020204020204" pitchFamily="34" charset="-122"/>
              </a:rPr>
              <a:t>图</a:t>
            </a:r>
            <a:r>
              <a:rPr lang="en-US" altLang="zh-CN" sz="1200" b="1" dirty="0">
                <a:latin typeface="微软雅黑" panose="020B0503020204020204" pitchFamily="34" charset="-122"/>
                <a:ea typeface="微软雅黑" panose="020B0503020204020204" pitchFamily="34" charset="-122"/>
              </a:rPr>
              <a:t>1 </a:t>
            </a:r>
            <a:r>
              <a:rPr lang="zh-CN" altLang="en-US" sz="1200" b="1" dirty="0">
                <a:latin typeface="微软雅黑" panose="020B0503020204020204" pitchFamily="34" charset="-122"/>
                <a:ea typeface="微软雅黑" panose="020B0503020204020204" pitchFamily="34" charset="-122"/>
              </a:rPr>
              <a:t>苯萃取</a:t>
            </a:r>
            <a:r>
              <a:rPr lang="en-US" altLang="zh-CN" sz="1200" b="1"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水反萃流程示意图</a:t>
            </a:r>
          </a:p>
        </p:txBody>
      </p:sp>
      <p:sp>
        <p:nvSpPr>
          <p:cNvPr id="6" name="文本框 5">
            <a:extLst>
              <a:ext uri="{FF2B5EF4-FFF2-40B4-BE49-F238E27FC236}">
                <a16:creationId xmlns:a16="http://schemas.microsoft.com/office/drawing/2014/main" id="{DD88F986-8F15-3ED9-4BB8-4207C061E2A3}"/>
              </a:ext>
            </a:extLst>
          </p:cNvPr>
          <p:cNvSpPr txBox="1"/>
          <p:nvPr/>
        </p:nvSpPr>
        <p:spPr>
          <a:xfrm>
            <a:off x="1403560" y="4702810"/>
            <a:ext cx="2948243" cy="276999"/>
          </a:xfrm>
          <a:prstGeom prst="rect">
            <a:avLst/>
          </a:prstGeom>
          <a:noFill/>
        </p:spPr>
        <p:txBody>
          <a:bodyPr wrap="none" rtlCol="0">
            <a:spAutoFit/>
          </a:bodyPr>
          <a:lstStyle/>
          <a:p>
            <a:r>
              <a:rPr lang="en-US" altLang="zh-CN" sz="600" dirty="0">
                <a:latin typeface="微软雅黑" panose="020B0503020204020204" pitchFamily="34" charset="-122"/>
                <a:ea typeface="微软雅黑" panose="020B0503020204020204" pitchFamily="34" charset="-122"/>
              </a:rPr>
              <a:t>[1]</a:t>
            </a:r>
            <a:r>
              <a:rPr lang="zh-CN" altLang="en-US" sz="600" dirty="0">
                <a:latin typeface="微软雅黑" panose="020B0503020204020204" pitchFamily="34" charset="-122"/>
                <a:ea typeface="微软雅黑" panose="020B0503020204020204" pitchFamily="34" charset="-122"/>
              </a:rPr>
              <a:t>龚全安</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赵承军</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甲苯法制己内酰胺萃取剂的研究</a:t>
            </a:r>
            <a:r>
              <a:rPr lang="en-US" altLang="zh-CN" sz="600" dirty="0">
                <a:latin typeface="微软雅黑" panose="020B0503020204020204" pitchFamily="34" charset="-122"/>
                <a:ea typeface="微软雅黑" panose="020B0503020204020204" pitchFamily="34" charset="-122"/>
              </a:rPr>
              <a:t>[J].</a:t>
            </a:r>
            <a:r>
              <a:rPr lang="zh-CN" altLang="en-US" sz="600" dirty="0">
                <a:latin typeface="微软雅黑" panose="020B0503020204020204" pitchFamily="34" charset="-122"/>
                <a:ea typeface="微软雅黑" panose="020B0503020204020204" pitchFamily="34" charset="-122"/>
              </a:rPr>
              <a:t>河北化工</a:t>
            </a:r>
            <a:r>
              <a:rPr lang="en-US" altLang="zh-CN" sz="600" dirty="0">
                <a:latin typeface="微软雅黑" panose="020B0503020204020204" pitchFamily="34" charset="-122"/>
                <a:ea typeface="微软雅黑" panose="020B0503020204020204" pitchFamily="34" charset="-122"/>
              </a:rPr>
              <a:t>,2005,(06):57-58.</a:t>
            </a:r>
          </a:p>
          <a:p>
            <a:r>
              <a:rPr lang="en-US" altLang="zh-CN" sz="600" dirty="0">
                <a:latin typeface="微软雅黑" panose="020B0503020204020204" pitchFamily="34" charset="-122"/>
                <a:ea typeface="微软雅黑" panose="020B0503020204020204" pitchFamily="34" charset="-122"/>
              </a:rPr>
              <a:t>[2]</a:t>
            </a:r>
            <a:r>
              <a:rPr lang="zh-CN" altLang="en-US" sz="600" dirty="0">
                <a:latin typeface="微软雅黑" panose="020B0503020204020204" pitchFamily="34" charset="-122"/>
                <a:ea typeface="微软雅黑" panose="020B0503020204020204" pitchFamily="34" charset="-122"/>
              </a:rPr>
              <a:t>周万荣． 已内酰胺萃取直接蒸汽脱苯新工艺［</a:t>
            </a:r>
            <a:r>
              <a:rPr lang="en-US" altLang="zh-CN" sz="600" dirty="0">
                <a:latin typeface="微软雅黑" panose="020B0503020204020204" pitchFamily="34" charset="-122"/>
                <a:ea typeface="微软雅黑" panose="020B0503020204020204" pitchFamily="34" charset="-122"/>
              </a:rPr>
              <a:t>P</a:t>
            </a:r>
            <a:r>
              <a:rPr lang="zh-CN" altLang="en-US" sz="600" dirty="0">
                <a:latin typeface="微软雅黑" panose="020B0503020204020204" pitchFamily="34" charset="-122"/>
                <a:ea typeface="微软雅黑" panose="020B0503020204020204" pitchFamily="34" charset="-122"/>
              </a:rPr>
              <a:t>］． </a:t>
            </a:r>
            <a:r>
              <a:rPr lang="en-US" altLang="zh-CN" sz="600" dirty="0">
                <a:latin typeface="微软雅黑" panose="020B0503020204020204" pitchFamily="34" charset="-122"/>
                <a:ea typeface="微软雅黑" panose="020B0503020204020204" pitchFamily="34" charset="-122"/>
              </a:rPr>
              <a:t>CN1323786</a:t>
            </a:r>
            <a:r>
              <a:rPr lang="zh-CN" altLang="en-US" sz="600" dirty="0">
                <a:latin typeface="微软雅黑" panose="020B0503020204020204" pitchFamily="34" charset="-122"/>
                <a:ea typeface="微软雅黑" panose="020B0503020204020204" pitchFamily="34" charset="-122"/>
              </a:rPr>
              <a:t>，</a:t>
            </a:r>
            <a:r>
              <a:rPr lang="en-US" altLang="zh-CN" sz="600" dirty="0">
                <a:latin typeface="微软雅黑" panose="020B0503020204020204" pitchFamily="34" charset="-122"/>
                <a:ea typeface="微软雅黑" panose="020B0503020204020204" pitchFamily="34" charset="-122"/>
              </a:rPr>
              <a:t>2001</a:t>
            </a:r>
            <a:r>
              <a:rPr lang="zh-CN" altLang="en-US" sz="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022245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16</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F4B063F9-1CA4-6BD5-3800-E7BF5D31D53D}"/>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己内酰胺精制分离</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离子交换法</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C03AED8E-0874-05E2-5B39-1039C27895D7}"/>
              </a:ext>
            </a:extLst>
          </p:cNvPr>
          <p:cNvSpPr txBox="1"/>
          <p:nvPr/>
        </p:nvSpPr>
        <p:spPr>
          <a:xfrm>
            <a:off x="117475" y="655585"/>
            <a:ext cx="8775126" cy="276999"/>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离子交换树脂主要用来去除己内酰胺水溶液中微量的</a:t>
            </a:r>
            <a:r>
              <a:rPr lang="zh-CN" altLang="en-US" sz="1200" dirty="0">
                <a:solidFill>
                  <a:srgbClr val="FF0000"/>
                </a:solidFill>
                <a:latin typeface="微软雅黑" panose="020B0503020204020204" pitchFamily="34" charset="-122"/>
                <a:ea typeface="微软雅黑" panose="020B0503020204020204" pitchFamily="34" charset="-122"/>
              </a:rPr>
              <a:t>无机离子</a:t>
            </a:r>
            <a:r>
              <a:rPr lang="zh-CN" altLang="en-US" sz="1200" dirty="0">
                <a:latin typeface="微软雅黑" panose="020B0503020204020204" pitchFamily="34" charset="-122"/>
                <a:ea typeface="微软雅黑" panose="020B0503020204020204" pitchFamily="34" charset="-122"/>
              </a:rPr>
              <a:t>，同时通过离子交换树脂的吸附功能，除去</a:t>
            </a:r>
            <a:r>
              <a:rPr lang="zh-CN" altLang="en-US" sz="1200" dirty="0">
                <a:solidFill>
                  <a:srgbClr val="FF0000"/>
                </a:solidFill>
                <a:latin typeface="微软雅黑" panose="020B0503020204020204" pitchFamily="34" charset="-122"/>
                <a:ea typeface="微软雅黑" panose="020B0503020204020204" pitchFamily="34" charset="-122"/>
              </a:rPr>
              <a:t>微量的水溶性杂质</a:t>
            </a:r>
            <a:r>
              <a:rPr lang="zh-CN" altLang="en-US" sz="1200" dirty="0">
                <a:latin typeface="微软雅黑" panose="020B0503020204020204" pitchFamily="34" charset="-122"/>
                <a:ea typeface="微软雅黑" panose="020B0503020204020204" pitchFamily="34" charset="-122"/>
              </a:rPr>
              <a:t>。</a:t>
            </a:r>
          </a:p>
        </p:txBody>
      </p:sp>
      <p:grpSp>
        <p:nvGrpSpPr>
          <p:cNvPr id="8" name="组合 7">
            <a:extLst>
              <a:ext uri="{FF2B5EF4-FFF2-40B4-BE49-F238E27FC236}">
                <a16:creationId xmlns:a16="http://schemas.microsoft.com/office/drawing/2014/main" id="{AFE27861-7E49-64A7-4C71-E4988CEE8234}"/>
              </a:ext>
            </a:extLst>
          </p:cNvPr>
          <p:cNvGrpSpPr/>
          <p:nvPr/>
        </p:nvGrpSpPr>
        <p:grpSpPr>
          <a:xfrm>
            <a:off x="195117" y="1190593"/>
            <a:ext cx="7213918" cy="1171783"/>
            <a:chOff x="68333" y="1414491"/>
            <a:chExt cx="7213918" cy="1171783"/>
          </a:xfrm>
        </p:grpSpPr>
        <p:sp>
          <p:nvSpPr>
            <p:cNvPr id="10" name="文本框 9">
              <a:extLst>
                <a:ext uri="{FF2B5EF4-FFF2-40B4-BE49-F238E27FC236}">
                  <a16:creationId xmlns:a16="http://schemas.microsoft.com/office/drawing/2014/main" id="{DE873D65-3902-BADD-2865-2465C939AC83}"/>
                </a:ext>
              </a:extLst>
            </p:cNvPr>
            <p:cNvSpPr txBox="1"/>
            <p:nvPr/>
          </p:nvSpPr>
          <p:spPr>
            <a:xfrm>
              <a:off x="68333" y="1863000"/>
              <a:ext cx="2517100" cy="306467"/>
            </a:xfrm>
            <a:prstGeom prst="roundRect">
              <a:avLst/>
            </a:prstGeom>
            <a:noFill/>
            <a:ln w="19050">
              <a:solidFill>
                <a:srgbClr val="0F6FC6"/>
              </a:solidFill>
              <a:prstDash val="sysDash"/>
            </a:ln>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含微量硫酸铵盐的己内酰胺水溶液</a:t>
              </a:r>
            </a:p>
          </p:txBody>
        </p:sp>
        <p:cxnSp>
          <p:nvCxnSpPr>
            <p:cNvPr id="11" name="直接箭头连接符 10">
              <a:extLst>
                <a:ext uri="{FF2B5EF4-FFF2-40B4-BE49-F238E27FC236}">
                  <a16:creationId xmlns:a16="http://schemas.microsoft.com/office/drawing/2014/main" id="{303C5C28-8E7C-7EE8-2FC4-6B748E7B2F88}"/>
                </a:ext>
              </a:extLst>
            </p:cNvPr>
            <p:cNvCxnSpPr>
              <a:cxnSpLocks/>
            </p:cNvCxnSpPr>
            <p:nvPr/>
          </p:nvCxnSpPr>
          <p:spPr>
            <a:xfrm>
              <a:off x="2585433" y="2016233"/>
              <a:ext cx="7732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6696E6ED-128C-51F9-D078-182D025A9734}"/>
                </a:ext>
              </a:extLst>
            </p:cNvPr>
            <p:cNvSpPr txBox="1"/>
            <p:nvPr/>
          </p:nvSpPr>
          <p:spPr>
            <a:xfrm>
              <a:off x="3397953" y="1414491"/>
              <a:ext cx="369332" cy="1169551"/>
            </a:xfrm>
            <a:prstGeom prst="rect">
              <a:avLst/>
            </a:prstGeom>
            <a:noFill/>
            <a:ln w="19050">
              <a:solidFill>
                <a:srgbClr val="0F6FC6"/>
              </a:solidFill>
              <a:prstDash val="sysDash"/>
            </a:ln>
          </p:spPr>
          <p:txBody>
            <a:bodyPr vert="eaVert" wrap="none" rtlCol="0">
              <a:spAutoFit/>
            </a:bodyPr>
            <a:lstStyle/>
            <a:p>
              <a:r>
                <a:rPr lang="zh-CN" altLang="en-US" sz="1200" dirty="0">
                  <a:latin typeface="微软雅黑" panose="020B0503020204020204" pitchFamily="34" charset="-122"/>
                  <a:ea typeface="微软雅黑" panose="020B0503020204020204" pitchFamily="34" charset="-122"/>
                </a:rPr>
                <a:t>阴离子交换树脂</a:t>
              </a:r>
            </a:p>
          </p:txBody>
        </p:sp>
        <p:cxnSp>
          <p:nvCxnSpPr>
            <p:cNvPr id="13" name="直接箭头连接符 12">
              <a:extLst>
                <a:ext uri="{FF2B5EF4-FFF2-40B4-BE49-F238E27FC236}">
                  <a16:creationId xmlns:a16="http://schemas.microsoft.com/office/drawing/2014/main" id="{A4AD57BC-C2EA-6767-25AE-7652D2C3C0A8}"/>
                </a:ext>
              </a:extLst>
            </p:cNvPr>
            <p:cNvCxnSpPr>
              <a:cxnSpLocks/>
            </p:cNvCxnSpPr>
            <p:nvPr/>
          </p:nvCxnSpPr>
          <p:spPr>
            <a:xfrm>
              <a:off x="3767285" y="2016233"/>
              <a:ext cx="14025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EBF6A77A-AA01-F8B6-B416-6144BF20DF08}"/>
                </a:ext>
              </a:extLst>
            </p:cNvPr>
            <p:cNvCxnSpPr>
              <a:cxnSpLocks/>
            </p:cNvCxnSpPr>
            <p:nvPr/>
          </p:nvCxnSpPr>
          <p:spPr>
            <a:xfrm>
              <a:off x="5541270" y="2016233"/>
              <a:ext cx="13590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D027B4A5-421E-D31A-AB20-047E6EA536A1}"/>
                </a:ext>
              </a:extLst>
            </p:cNvPr>
            <p:cNvSpPr txBox="1"/>
            <p:nvPr/>
          </p:nvSpPr>
          <p:spPr>
            <a:xfrm>
              <a:off x="5171938" y="1416723"/>
              <a:ext cx="369332" cy="1169551"/>
            </a:xfrm>
            <a:prstGeom prst="rect">
              <a:avLst/>
            </a:prstGeom>
            <a:noFill/>
            <a:ln w="19050">
              <a:solidFill>
                <a:srgbClr val="0F6FC6"/>
              </a:solidFill>
              <a:prstDash val="sysDash"/>
            </a:ln>
          </p:spPr>
          <p:txBody>
            <a:bodyPr vert="eaVert" wrap="none" rtlCol="0">
              <a:spAutoFit/>
            </a:bodyPr>
            <a:lstStyle/>
            <a:p>
              <a:r>
                <a:rPr lang="zh-CN" altLang="en-US" sz="1200" dirty="0">
                  <a:latin typeface="微软雅黑" panose="020B0503020204020204" pitchFamily="34" charset="-122"/>
                  <a:ea typeface="微软雅黑" panose="020B0503020204020204" pitchFamily="34" charset="-122"/>
                </a:rPr>
                <a:t>阳离子交换树脂</a:t>
              </a:r>
            </a:p>
          </p:txBody>
        </p:sp>
        <p:sp>
          <p:nvSpPr>
            <p:cNvPr id="16" name="文本框 15">
              <a:extLst>
                <a:ext uri="{FF2B5EF4-FFF2-40B4-BE49-F238E27FC236}">
                  <a16:creationId xmlns:a16="http://schemas.microsoft.com/office/drawing/2014/main" id="{A96F02BD-DFEC-9E79-1391-696D36935C3B}"/>
                </a:ext>
              </a:extLst>
            </p:cNvPr>
            <p:cNvSpPr txBox="1"/>
            <p:nvPr/>
          </p:nvSpPr>
          <p:spPr>
            <a:xfrm>
              <a:off x="6912919" y="1416723"/>
              <a:ext cx="369332" cy="1169551"/>
            </a:xfrm>
            <a:prstGeom prst="rect">
              <a:avLst/>
            </a:prstGeom>
            <a:noFill/>
            <a:ln w="19050">
              <a:solidFill>
                <a:srgbClr val="0F6FC6"/>
              </a:solidFill>
              <a:prstDash val="sysDash"/>
            </a:ln>
          </p:spPr>
          <p:txBody>
            <a:bodyPr vert="eaVert" wrap="square" rtlCol="0">
              <a:spAutoFit/>
            </a:bodyPr>
            <a:lstStyle/>
            <a:p>
              <a:r>
                <a:rPr lang="zh-CN" altLang="en-US" sz="1200" dirty="0">
                  <a:latin typeface="微软雅黑" panose="020B0503020204020204" pitchFamily="34" charset="-122"/>
                  <a:ea typeface="微软雅黑" panose="020B0503020204020204" pitchFamily="34" charset="-122"/>
                </a:rPr>
                <a:t>阴离子交换树脂</a:t>
              </a:r>
            </a:p>
          </p:txBody>
        </p:sp>
        <p:sp>
          <p:nvSpPr>
            <p:cNvPr id="17" name="文本框 16">
              <a:extLst>
                <a:ext uri="{FF2B5EF4-FFF2-40B4-BE49-F238E27FC236}">
                  <a16:creationId xmlns:a16="http://schemas.microsoft.com/office/drawing/2014/main" id="{743CFF4E-F554-21ED-58B5-DA9069F93799}"/>
                </a:ext>
              </a:extLst>
            </p:cNvPr>
            <p:cNvSpPr txBox="1"/>
            <p:nvPr/>
          </p:nvSpPr>
          <p:spPr>
            <a:xfrm>
              <a:off x="3837639" y="1537682"/>
              <a:ext cx="1261884" cy="461665"/>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阴离子交换树脂</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用于去除硫酸根</a:t>
              </a:r>
            </a:p>
          </p:txBody>
        </p:sp>
        <p:sp>
          <p:nvSpPr>
            <p:cNvPr id="18" name="文本框 17">
              <a:extLst>
                <a:ext uri="{FF2B5EF4-FFF2-40B4-BE49-F238E27FC236}">
                  <a16:creationId xmlns:a16="http://schemas.microsoft.com/office/drawing/2014/main" id="{F1C581BA-C80E-8491-AE5F-81E46B7578BC}"/>
                </a:ext>
              </a:extLst>
            </p:cNvPr>
            <p:cNvSpPr txBox="1"/>
            <p:nvPr/>
          </p:nvSpPr>
          <p:spPr>
            <a:xfrm>
              <a:off x="5553885" y="1537601"/>
              <a:ext cx="1415772" cy="461665"/>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阳离子交换树脂</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用于去除铵根离子</a:t>
              </a:r>
            </a:p>
          </p:txBody>
        </p:sp>
      </p:grpSp>
      <p:graphicFrame>
        <p:nvGraphicFramePr>
          <p:cNvPr id="19" name="表格 18">
            <a:extLst>
              <a:ext uri="{FF2B5EF4-FFF2-40B4-BE49-F238E27FC236}">
                <a16:creationId xmlns:a16="http://schemas.microsoft.com/office/drawing/2014/main" id="{33CC3D63-E369-CA88-0069-5728693C2187}"/>
              </a:ext>
            </a:extLst>
          </p:cNvPr>
          <p:cNvGraphicFramePr>
            <a:graphicFrameLocks noGrp="1"/>
          </p:cNvGraphicFramePr>
          <p:nvPr>
            <p:extLst>
              <p:ext uri="{D42A27DB-BD31-4B8C-83A1-F6EECF244321}">
                <p14:modId xmlns:p14="http://schemas.microsoft.com/office/powerpoint/2010/main" val="1474155898"/>
              </p:ext>
            </p:extLst>
          </p:nvPr>
        </p:nvGraphicFramePr>
        <p:xfrm>
          <a:off x="195117" y="2715770"/>
          <a:ext cx="7901075" cy="1706880"/>
        </p:xfrm>
        <a:graphic>
          <a:graphicData uri="http://schemas.openxmlformats.org/drawingml/2006/table">
            <a:tbl>
              <a:tblPr firstRow="1" bandRow="1">
                <a:tableStyleId>{5C22544A-7EE6-4342-B048-85BDC9FD1C3A}</a:tableStyleId>
              </a:tblPr>
              <a:tblGrid>
                <a:gridCol w="3965790">
                  <a:extLst>
                    <a:ext uri="{9D8B030D-6E8A-4147-A177-3AD203B41FA5}">
                      <a16:colId xmlns:a16="http://schemas.microsoft.com/office/drawing/2014/main" val="1540726797"/>
                    </a:ext>
                  </a:extLst>
                </a:gridCol>
                <a:gridCol w="3935285">
                  <a:extLst>
                    <a:ext uri="{9D8B030D-6E8A-4147-A177-3AD203B41FA5}">
                      <a16:colId xmlns:a16="http://schemas.microsoft.com/office/drawing/2014/main" val="3056588456"/>
                    </a:ext>
                  </a:extLst>
                </a:gridCol>
              </a:tblGrid>
              <a:tr h="177898">
                <a:tc>
                  <a:txBody>
                    <a:bodyPr/>
                    <a:lstStyle/>
                    <a:p>
                      <a:pPr algn="ctr"/>
                      <a:r>
                        <a:rPr lang="zh-CN" altLang="en-US" sz="1100" dirty="0">
                          <a:latin typeface="微软雅黑" panose="020B0503020204020204" pitchFamily="34" charset="-122"/>
                          <a:ea typeface="微软雅黑" panose="020B0503020204020204" pitchFamily="34" charset="-122"/>
                        </a:rPr>
                        <a:t>离子交换树脂现存问题</a:t>
                      </a:r>
                    </a:p>
                  </a:txBody>
                  <a:tcPr anchor="ctr"/>
                </a:tc>
                <a:tc>
                  <a:txBody>
                    <a:bodyPr/>
                    <a:lstStyle/>
                    <a:p>
                      <a:pPr algn="ctr"/>
                      <a:r>
                        <a:rPr lang="zh-CN" altLang="en-US" sz="1100" dirty="0">
                          <a:latin typeface="微软雅黑" panose="020B0503020204020204" pitchFamily="34" charset="-122"/>
                          <a:ea typeface="微软雅黑" panose="020B0503020204020204" pitchFamily="34" charset="-122"/>
                        </a:rPr>
                        <a:t>改进方法</a:t>
                      </a:r>
                    </a:p>
                  </a:txBody>
                  <a:tcPr anchor="ctr"/>
                </a:tc>
                <a:extLst>
                  <a:ext uri="{0D108BD9-81ED-4DB2-BD59-A6C34878D82A}">
                    <a16:rowId xmlns:a16="http://schemas.microsoft.com/office/drawing/2014/main" val="1218960124"/>
                  </a:ext>
                </a:extLst>
              </a:tr>
              <a:tr h="370840">
                <a:tc>
                  <a:txBody>
                    <a:bodyPr/>
                    <a:lstStyle/>
                    <a:p>
                      <a:pPr algn="ctr"/>
                      <a:r>
                        <a:rPr lang="zh-CN" altLang="en-US" sz="1100" dirty="0">
                          <a:latin typeface="微软雅黑" panose="020B0503020204020204" pitchFamily="34" charset="-122"/>
                          <a:ea typeface="微软雅黑" panose="020B0503020204020204" pitchFamily="34" charset="-122"/>
                        </a:rPr>
                        <a:t>交换容量不能充分利用</a:t>
                      </a:r>
                    </a:p>
                  </a:txBody>
                  <a:tcPr anchor="ctr"/>
                </a:tc>
                <a:tc>
                  <a:txBody>
                    <a:bodyPr/>
                    <a:lstStyle/>
                    <a:p>
                      <a:r>
                        <a:rPr lang="zh-CN" altLang="en-US" sz="1100" dirty="0">
                          <a:latin typeface="微软雅黑" panose="020B0503020204020204" pitchFamily="34" charset="-122"/>
                          <a:ea typeface="微软雅黑" panose="020B0503020204020204" pitchFamily="34" charset="-122"/>
                        </a:rPr>
                        <a:t>在阴离子塔上部</a:t>
                      </a:r>
                      <a:r>
                        <a:rPr lang="zh-CN" altLang="en-US" sz="1100" dirty="0">
                          <a:solidFill>
                            <a:srgbClr val="FF0000"/>
                          </a:solidFill>
                          <a:latin typeface="微软雅黑" panose="020B0503020204020204" pitchFamily="34" charset="-122"/>
                          <a:ea typeface="微软雅黑" panose="020B0503020204020204" pitchFamily="34" charset="-122"/>
                        </a:rPr>
                        <a:t>装填专门的离子吸附树脂</a:t>
                      </a:r>
                      <a:r>
                        <a:rPr lang="zh-CN" altLang="en-US" sz="1100" dirty="0">
                          <a:latin typeface="微软雅黑" panose="020B0503020204020204" pitchFamily="34" charset="-122"/>
                          <a:ea typeface="微软雅黑" panose="020B0503020204020204" pitchFamily="34" charset="-122"/>
                        </a:rPr>
                        <a:t>，让树脂的吸附能力和交换能力同时达到终点。</a:t>
                      </a:r>
                    </a:p>
                  </a:txBody>
                  <a:tcPr anchor="ctr"/>
                </a:tc>
                <a:extLst>
                  <a:ext uri="{0D108BD9-81ED-4DB2-BD59-A6C34878D82A}">
                    <a16:rowId xmlns:a16="http://schemas.microsoft.com/office/drawing/2014/main" val="1066191219"/>
                  </a:ext>
                </a:extLst>
              </a:tr>
              <a:tr h="370840">
                <a:tc>
                  <a:txBody>
                    <a:bodyPr/>
                    <a:lstStyle/>
                    <a:p>
                      <a:pPr algn="ctr"/>
                      <a:r>
                        <a:rPr lang="zh-CN" altLang="en-US" sz="1100" dirty="0">
                          <a:latin typeface="微软雅黑" panose="020B0503020204020204" pitchFamily="34" charset="-122"/>
                          <a:ea typeface="微软雅黑" panose="020B0503020204020204" pitchFamily="34" charset="-122"/>
                        </a:rPr>
                        <a:t>树脂运行周期较短</a:t>
                      </a:r>
                    </a:p>
                  </a:txBody>
                  <a:tcPr anchor="ctr"/>
                </a:tc>
                <a:tc>
                  <a:txBody>
                    <a:bodyPr/>
                    <a:lstStyle/>
                    <a:p>
                      <a:r>
                        <a:rPr lang="zh-CN" altLang="en-US" sz="1100" dirty="0">
                          <a:latin typeface="微软雅黑" panose="020B0503020204020204" pitchFamily="34" charset="-122"/>
                          <a:ea typeface="微软雅黑" panose="020B0503020204020204" pitchFamily="34" charset="-122"/>
                        </a:rPr>
                        <a:t>根据苯萃取之后苯</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己液含盐情况，在进入</a:t>
                      </a:r>
                      <a:r>
                        <a:rPr lang="zh-CN" altLang="en-US" sz="1100" dirty="0">
                          <a:solidFill>
                            <a:srgbClr val="FF0000"/>
                          </a:solidFill>
                          <a:latin typeface="微软雅黑" panose="020B0503020204020204" pitchFamily="34" charset="-122"/>
                          <a:ea typeface="微软雅黑" panose="020B0503020204020204" pitchFamily="34" charset="-122"/>
                        </a:rPr>
                        <a:t>反萃之前加大水量进行洗涤</a:t>
                      </a:r>
                      <a:r>
                        <a:rPr lang="zh-CN" altLang="en-US" sz="1100" dirty="0">
                          <a:latin typeface="微软雅黑" panose="020B0503020204020204" pitchFamily="34" charset="-122"/>
                          <a:ea typeface="微软雅黑" panose="020B0503020204020204" pitchFamily="34" charset="-122"/>
                        </a:rPr>
                        <a:t>，降低苯</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己液电导率，减轻后续离子交换树脂的负荷。</a:t>
                      </a:r>
                    </a:p>
                  </a:txBody>
                  <a:tcPr anchor="ctr"/>
                </a:tc>
                <a:extLst>
                  <a:ext uri="{0D108BD9-81ED-4DB2-BD59-A6C34878D82A}">
                    <a16:rowId xmlns:a16="http://schemas.microsoft.com/office/drawing/2014/main" val="1123207726"/>
                  </a:ext>
                </a:extLst>
              </a:tr>
              <a:tr h="370840">
                <a:tc>
                  <a:txBody>
                    <a:bodyPr/>
                    <a:lstStyle/>
                    <a:p>
                      <a:pPr algn="ctr"/>
                      <a:r>
                        <a:rPr lang="zh-CN" altLang="en-US" sz="1100" dirty="0">
                          <a:latin typeface="微软雅黑" panose="020B0503020204020204" pitchFamily="34" charset="-122"/>
                          <a:ea typeface="微软雅黑" panose="020B0503020204020204" pitchFamily="34" charset="-122"/>
                        </a:rPr>
                        <a:t>树脂再生时间长，操作复杂，费用高，产生大量废水</a:t>
                      </a:r>
                    </a:p>
                  </a:txBody>
                  <a:tcPr anchor="ctr"/>
                </a:tc>
                <a:tc>
                  <a:txBody>
                    <a:bodyPr/>
                    <a:lstStyle/>
                    <a:p>
                      <a:r>
                        <a:rPr lang="zh-CN" altLang="en-US" sz="1100" dirty="0">
                          <a:latin typeface="微软雅黑" panose="020B0503020204020204" pitchFamily="34" charset="-122"/>
                          <a:ea typeface="微软雅黑" panose="020B0503020204020204" pitchFamily="34" charset="-122"/>
                        </a:rPr>
                        <a:t>巴陵石化与武汉大学</a:t>
                      </a:r>
                      <a:r>
                        <a:rPr lang="en-US" altLang="zh-CN" sz="1100" baseline="30000" dirty="0">
                          <a:latin typeface="微软雅黑" panose="020B0503020204020204" pitchFamily="34" charset="-122"/>
                          <a:ea typeface="微软雅黑" panose="020B0503020204020204" pitchFamily="34" charset="-122"/>
                        </a:rPr>
                        <a:t>[1]</a:t>
                      </a:r>
                      <a:r>
                        <a:rPr lang="zh-CN" altLang="en-US" sz="1100" dirty="0">
                          <a:latin typeface="微软雅黑" panose="020B0503020204020204" pitchFamily="34" charset="-122"/>
                          <a:ea typeface="微软雅黑" panose="020B0503020204020204" pitchFamily="34" charset="-122"/>
                        </a:rPr>
                        <a:t>合作研究了用 </a:t>
                      </a:r>
                      <a:r>
                        <a:rPr lang="en-US" altLang="zh-CN" sz="1100" dirty="0">
                          <a:solidFill>
                            <a:srgbClr val="FF0000"/>
                          </a:solidFill>
                          <a:latin typeface="微软雅黑" panose="020B0503020204020204" pitchFamily="34" charset="-122"/>
                          <a:ea typeface="微软雅黑" panose="020B0503020204020204" pitchFamily="34" charset="-122"/>
                        </a:rPr>
                        <a:t>EDI( </a:t>
                      </a:r>
                      <a:r>
                        <a:rPr lang="zh-CN" altLang="en-US" sz="1100" dirty="0">
                          <a:solidFill>
                            <a:srgbClr val="FF0000"/>
                          </a:solidFill>
                          <a:latin typeface="微软雅黑" panose="020B0503020204020204" pitchFamily="34" charset="-122"/>
                          <a:ea typeface="微软雅黑" panose="020B0503020204020204" pitchFamily="34" charset="-122"/>
                        </a:rPr>
                        <a:t>电去离子净化技术</a:t>
                      </a:r>
                      <a:r>
                        <a:rPr lang="en-US" altLang="zh-CN" sz="1100" dirty="0">
                          <a:solidFill>
                            <a:srgbClr val="FF0000"/>
                          </a:solidFill>
                          <a:latin typeface="微软雅黑" panose="020B0503020204020204" pitchFamily="34" charset="-122"/>
                          <a:ea typeface="微软雅黑" panose="020B0503020204020204" pitchFamily="34" charset="-122"/>
                        </a:rPr>
                        <a:t>) </a:t>
                      </a:r>
                      <a:r>
                        <a:rPr lang="zh-CN" altLang="en-US" sz="1100" dirty="0">
                          <a:solidFill>
                            <a:srgbClr val="FF0000"/>
                          </a:solidFill>
                          <a:latin typeface="微软雅黑" panose="020B0503020204020204" pitchFamily="34" charset="-122"/>
                          <a:ea typeface="微软雅黑" panose="020B0503020204020204" pitchFamily="34" charset="-122"/>
                        </a:rPr>
                        <a:t>与吸附床结合</a:t>
                      </a:r>
                      <a:r>
                        <a:rPr lang="zh-CN" altLang="en-US" sz="1100" dirty="0">
                          <a:latin typeface="微软雅黑" panose="020B0503020204020204" pitchFamily="34" charset="-122"/>
                          <a:ea typeface="微软雅黑" panose="020B0503020204020204" pitchFamily="34" charset="-122"/>
                        </a:rPr>
                        <a:t>取代离子交换系统</a:t>
                      </a:r>
                    </a:p>
                  </a:txBody>
                  <a:tcPr anchor="ctr"/>
                </a:tc>
                <a:extLst>
                  <a:ext uri="{0D108BD9-81ED-4DB2-BD59-A6C34878D82A}">
                    <a16:rowId xmlns:a16="http://schemas.microsoft.com/office/drawing/2014/main" val="3738258806"/>
                  </a:ext>
                </a:extLst>
              </a:tr>
            </a:tbl>
          </a:graphicData>
        </a:graphic>
      </p:graphicFrame>
      <p:sp>
        <p:nvSpPr>
          <p:cNvPr id="6" name="文本框 5">
            <a:extLst>
              <a:ext uri="{FF2B5EF4-FFF2-40B4-BE49-F238E27FC236}">
                <a16:creationId xmlns:a16="http://schemas.microsoft.com/office/drawing/2014/main" id="{8167F4E7-129A-D7F4-B860-4EF07DD1B85F}"/>
              </a:ext>
            </a:extLst>
          </p:cNvPr>
          <p:cNvSpPr txBox="1"/>
          <p:nvPr/>
        </p:nvSpPr>
        <p:spPr>
          <a:xfrm>
            <a:off x="1259540" y="4683936"/>
            <a:ext cx="4011034" cy="276999"/>
          </a:xfrm>
          <a:prstGeom prst="rect">
            <a:avLst/>
          </a:prstGeom>
          <a:noFill/>
        </p:spPr>
        <p:txBody>
          <a:bodyPr wrap="none" rtlCol="0">
            <a:spAutoFit/>
          </a:bodyPr>
          <a:lstStyle/>
          <a:p>
            <a:r>
              <a:rPr lang="en-US" altLang="zh-CN" sz="600" dirty="0">
                <a:latin typeface="微软雅黑" panose="020B0503020204020204" pitchFamily="34" charset="-122"/>
                <a:ea typeface="微软雅黑" panose="020B0503020204020204" pitchFamily="34" charset="-122"/>
              </a:rPr>
              <a:t>[1]Yu P, Zhu Z, Luo Y, et al. Purification of caprolactam by means of an </a:t>
            </a:r>
            <a:r>
              <a:rPr lang="en-US" altLang="zh-CN" sz="600" dirty="0" err="1">
                <a:latin typeface="微软雅黑" panose="020B0503020204020204" pitchFamily="34" charset="-122"/>
                <a:ea typeface="微软雅黑" panose="020B0503020204020204" pitchFamily="34" charset="-122"/>
              </a:rPr>
              <a:t>electrodeionization</a:t>
            </a:r>
            <a:r>
              <a:rPr lang="en-US" altLang="zh-CN" sz="600" dirty="0">
                <a:latin typeface="微软雅黑" panose="020B0503020204020204" pitchFamily="34" charset="-122"/>
                <a:ea typeface="微软雅黑" panose="020B0503020204020204" pitchFamily="34" charset="-122"/>
              </a:rPr>
              <a:t> technique[J].</a:t>
            </a:r>
          </a:p>
          <a:p>
            <a:r>
              <a:rPr lang="en-US" altLang="zh-CN" sz="600" dirty="0">
                <a:latin typeface="微软雅黑" panose="020B0503020204020204" pitchFamily="34" charset="-122"/>
                <a:ea typeface="微软雅黑" panose="020B0503020204020204" pitchFamily="34" charset="-122"/>
              </a:rPr>
              <a:t> Desalination, 2005, 174(3): 231-235.</a:t>
            </a:r>
            <a:endParaRPr lang="zh-CN" altLang="en-US" sz="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70157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17</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D85C0D15-AE14-E211-9AC1-72797D7DB6D0}"/>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己内酰胺精制分离</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加氢精制</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6CDB1E49-53B4-C332-1E1D-5EEADE9AA608}"/>
              </a:ext>
            </a:extLst>
          </p:cNvPr>
          <p:cNvSpPr txBox="1"/>
          <p:nvPr/>
        </p:nvSpPr>
        <p:spPr>
          <a:xfrm>
            <a:off x="0" y="613561"/>
            <a:ext cx="8841691" cy="646331"/>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加氢精制用于去除粗己内酰胺中含有的</a:t>
            </a:r>
            <a:r>
              <a:rPr lang="zh-CN" altLang="en-US" sz="1200" dirty="0">
                <a:solidFill>
                  <a:srgbClr val="FF0000"/>
                </a:solidFill>
                <a:latin typeface="微软雅黑" panose="020B0503020204020204" pitchFamily="34" charset="-122"/>
                <a:ea typeface="微软雅黑" panose="020B0503020204020204" pitchFamily="34" charset="-122"/>
              </a:rPr>
              <a:t>物理性质与己内酰胺相近的不饱和物质</a:t>
            </a:r>
            <a:r>
              <a:rPr lang="zh-CN" altLang="en-US" sz="1200" dirty="0">
                <a:latin typeface="微软雅黑" panose="020B0503020204020204" pitchFamily="34" charset="-122"/>
                <a:ea typeface="微软雅黑" panose="020B0503020204020204" pitchFamily="34" charset="-122"/>
              </a:rPr>
              <a:t>，通过加氢精制，将这些不饱和物转化成沸点高于或低于己内酰胺的物质，后续通过蒸馏进行分离。</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p:txBody>
      </p:sp>
      <p:graphicFrame>
        <p:nvGraphicFramePr>
          <p:cNvPr id="33" name="图示 32">
            <a:extLst>
              <a:ext uri="{FF2B5EF4-FFF2-40B4-BE49-F238E27FC236}">
                <a16:creationId xmlns:a16="http://schemas.microsoft.com/office/drawing/2014/main" id="{67AD09EB-34E5-E284-2413-10B86F85AF98}"/>
              </a:ext>
            </a:extLst>
          </p:cNvPr>
          <p:cNvGraphicFramePr/>
          <p:nvPr>
            <p:extLst>
              <p:ext uri="{D42A27DB-BD31-4B8C-83A1-F6EECF244321}">
                <p14:modId xmlns:p14="http://schemas.microsoft.com/office/powerpoint/2010/main" val="860649054"/>
              </p:ext>
            </p:extLst>
          </p:nvPr>
        </p:nvGraphicFramePr>
        <p:xfrm>
          <a:off x="616655" y="1347580"/>
          <a:ext cx="6806719" cy="303046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146981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18</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50C56CD6-EC53-332D-BCE1-114147FDA56A}"/>
              </a:ext>
            </a:extLst>
          </p:cNvPr>
          <p:cNvGrpSpPr/>
          <p:nvPr/>
        </p:nvGrpSpPr>
        <p:grpSpPr>
          <a:xfrm>
            <a:off x="2776973" y="1518658"/>
            <a:ext cx="3195876" cy="2128207"/>
            <a:chOff x="135861" y="1425160"/>
            <a:chExt cx="3324070" cy="2146006"/>
          </a:xfrm>
        </p:grpSpPr>
        <p:pic>
          <p:nvPicPr>
            <p:cNvPr id="23" name="图片 22">
              <a:extLst>
                <a:ext uri="{FF2B5EF4-FFF2-40B4-BE49-F238E27FC236}">
                  <a16:creationId xmlns:a16="http://schemas.microsoft.com/office/drawing/2014/main" id="{31174CC8-3677-2F5C-FC2D-864C1C0B0A9E}"/>
                </a:ext>
              </a:extLst>
            </p:cNvPr>
            <p:cNvPicPr>
              <a:picLocks noChangeAspect="1"/>
            </p:cNvPicPr>
            <p:nvPr/>
          </p:nvPicPr>
          <p:blipFill>
            <a:blip r:embed="rId6"/>
            <a:stretch>
              <a:fillRect/>
            </a:stretch>
          </p:blipFill>
          <p:spPr>
            <a:xfrm>
              <a:off x="135861" y="1425160"/>
              <a:ext cx="2995939" cy="1708752"/>
            </a:xfrm>
            <a:prstGeom prst="rect">
              <a:avLst/>
            </a:prstGeom>
          </p:spPr>
        </p:pic>
        <p:sp>
          <p:nvSpPr>
            <p:cNvPr id="2" name="文本框 1">
              <a:extLst>
                <a:ext uri="{FF2B5EF4-FFF2-40B4-BE49-F238E27FC236}">
                  <a16:creationId xmlns:a16="http://schemas.microsoft.com/office/drawing/2014/main" id="{E62965E0-368E-F58E-3AAA-BA5D71D70D27}"/>
                </a:ext>
              </a:extLst>
            </p:cNvPr>
            <p:cNvSpPr txBox="1"/>
            <p:nvPr/>
          </p:nvSpPr>
          <p:spPr>
            <a:xfrm>
              <a:off x="526811" y="3291850"/>
              <a:ext cx="2933120" cy="279316"/>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2 </a:t>
              </a:r>
              <a:r>
                <a:rPr lang="zh-CN" altLang="en-US" sz="1200" dirty="0">
                  <a:latin typeface="微软雅黑" panose="020B0503020204020204" pitchFamily="34" charset="-122"/>
                  <a:ea typeface="微软雅黑" panose="020B0503020204020204" pitchFamily="34" charset="-122"/>
                </a:rPr>
                <a:t>搅拌釜与液固磁稳定床串联工艺</a:t>
              </a:r>
              <a:r>
                <a:rPr lang="en-US" altLang="zh-CN" sz="1200" baseline="30000" dirty="0">
                  <a:latin typeface="微软雅黑" panose="020B0503020204020204" pitchFamily="34" charset="-122"/>
                  <a:ea typeface="微软雅黑" panose="020B0503020204020204" pitchFamily="34" charset="-122"/>
                </a:rPr>
                <a:t>[2]</a:t>
              </a:r>
              <a:endParaRPr lang="zh-CN" altLang="en-US" sz="1200" baseline="30000" dirty="0">
                <a:latin typeface="微软雅黑" panose="020B0503020204020204" pitchFamily="34" charset="-122"/>
                <a:ea typeface="微软雅黑" panose="020B0503020204020204" pitchFamily="34" charset="-122"/>
              </a:endParaRPr>
            </a:p>
          </p:txBody>
        </p:sp>
      </p:grpSp>
      <p:grpSp>
        <p:nvGrpSpPr>
          <p:cNvPr id="12" name="组合 11">
            <a:extLst>
              <a:ext uri="{FF2B5EF4-FFF2-40B4-BE49-F238E27FC236}">
                <a16:creationId xmlns:a16="http://schemas.microsoft.com/office/drawing/2014/main" id="{8EA4DB13-2C72-12B2-C948-A8D27B1F6698}"/>
              </a:ext>
            </a:extLst>
          </p:cNvPr>
          <p:cNvGrpSpPr/>
          <p:nvPr/>
        </p:nvGrpSpPr>
        <p:grpSpPr>
          <a:xfrm>
            <a:off x="5897391" y="1492223"/>
            <a:ext cx="3246609" cy="2149693"/>
            <a:chOff x="6227830" y="1425160"/>
            <a:chExt cx="3323002" cy="2167671"/>
          </a:xfrm>
        </p:grpSpPr>
        <p:pic>
          <p:nvPicPr>
            <p:cNvPr id="3" name="图片 2">
              <a:extLst>
                <a:ext uri="{FF2B5EF4-FFF2-40B4-BE49-F238E27FC236}">
                  <a16:creationId xmlns:a16="http://schemas.microsoft.com/office/drawing/2014/main" id="{A3D343A2-9592-8EF9-ED6D-F4782A7F4CB9}"/>
                </a:ext>
              </a:extLst>
            </p:cNvPr>
            <p:cNvPicPr>
              <a:picLocks noChangeAspect="1"/>
            </p:cNvPicPr>
            <p:nvPr/>
          </p:nvPicPr>
          <p:blipFill>
            <a:blip r:embed="rId7"/>
            <a:stretch>
              <a:fillRect/>
            </a:stretch>
          </p:blipFill>
          <p:spPr>
            <a:xfrm>
              <a:off x="6227830" y="1425160"/>
              <a:ext cx="2664370" cy="1548216"/>
            </a:xfrm>
            <a:prstGeom prst="rect">
              <a:avLst/>
            </a:prstGeom>
          </p:spPr>
        </p:pic>
        <p:sp>
          <p:nvSpPr>
            <p:cNvPr id="10" name="文本框 9">
              <a:extLst>
                <a:ext uri="{FF2B5EF4-FFF2-40B4-BE49-F238E27FC236}">
                  <a16:creationId xmlns:a16="http://schemas.microsoft.com/office/drawing/2014/main" id="{E04221D4-9179-FA4C-DDA1-88C55A078447}"/>
                </a:ext>
              </a:extLst>
            </p:cNvPr>
            <p:cNvSpPr txBox="1"/>
            <p:nvPr/>
          </p:nvSpPr>
          <p:spPr>
            <a:xfrm>
              <a:off x="6257576" y="3313515"/>
              <a:ext cx="3293256" cy="279316"/>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3 </a:t>
              </a:r>
              <a:r>
                <a:rPr lang="zh-CN" altLang="en-US" sz="1200" dirty="0">
                  <a:latin typeface="微软雅黑" panose="020B0503020204020204" pitchFamily="34" charset="-122"/>
                  <a:ea typeface="微软雅黑" panose="020B0503020204020204" pitchFamily="34" charset="-122"/>
                </a:rPr>
                <a:t>加氢搅拌釜与两台固定床并联顺流工艺</a:t>
              </a:r>
              <a:r>
                <a:rPr lang="en-US" altLang="zh-CN" sz="1200" baseline="30000" dirty="0">
                  <a:latin typeface="微软雅黑" panose="020B0503020204020204" pitchFamily="34" charset="-122"/>
                  <a:ea typeface="微软雅黑" panose="020B0503020204020204" pitchFamily="34" charset="-122"/>
                </a:rPr>
                <a:t>[3]</a:t>
              </a:r>
              <a:endParaRPr lang="zh-CN" altLang="en-US" sz="1200" baseline="30000" dirty="0">
                <a:latin typeface="微软雅黑" panose="020B0503020204020204" pitchFamily="34" charset="-122"/>
                <a:ea typeface="微软雅黑" panose="020B0503020204020204" pitchFamily="34" charset="-122"/>
              </a:endParaRPr>
            </a:p>
          </p:txBody>
        </p:sp>
      </p:grpSp>
      <p:sp>
        <p:nvSpPr>
          <p:cNvPr id="8" name="Title 6">
            <a:extLst>
              <a:ext uri="{FF2B5EF4-FFF2-40B4-BE49-F238E27FC236}">
                <a16:creationId xmlns:a16="http://schemas.microsoft.com/office/drawing/2014/main" id="{B9C1D9CB-0F99-3226-6ADF-25A60FE94DDF}"/>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己内酰胺精制分离</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加氢精制</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8" name="组合 17">
            <a:extLst>
              <a:ext uri="{FF2B5EF4-FFF2-40B4-BE49-F238E27FC236}">
                <a16:creationId xmlns:a16="http://schemas.microsoft.com/office/drawing/2014/main" id="{D8800D32-50DE-A37B-08F5-EFC50CA35D54}"/>
              </a:ext>
            </a:extLst>
          </p:cNvPr>
          <p:cNvGrpSpPr/>
          <p:nvPr/>
        </p:nvGrpSpPr>
        <p:grpSpPr>
          <a:xfrm>
            <a:off x="0" y="1595141"/>
            <a:ext cx="3171153" cy="2051724"/>
            <a:chOff x="0" y="1595141"/>
            <a:chExt cx="3171153" cy="2051724"/>
          </a:xfrm>
        </p:grpSpPr>
        <p:pic>
          <p:nvPicPr>
            <p:cNvPr id="16" name="图片 15">
              <a:extLst>
                <a:ext uri="{FF2B5EF4-FFF2-40B4-BE49-F238E27FC236}">
                  <a16:creationId xmlns:a16="http://schemas.microsoft.com/office/drawing/2014/main" id="{A0347A7E-AFC1-F892-4AD8-AF4C6C407EEC}"/>
                </a:ext>
              </a:extLst>
            </p:cNvPr>
            <p:cNvPicPr>
              <a:picLocks noChangeAspect="1"/>
            </p:cNvPicPr>
            <p:nvPr/>
          </p:nvPicPr>
          <p:blipFill>
            <a:blip r:embed="rId8"/>
            <a:stretch>
              <a:fillRect/>
            </a:stretch>
          </p:blipFill>
          <p:spPr>
            <a:xfrm>
              <a:off x="0" y="1595141"/>
              <a:ext cx="3171153" cy="1541615"/>
            </a:xfrm>
            <a:prstGeom prst="rect">
              <a:avLst/>
            </a:prstGeom>
          </p:spPr>
        </p:pic>
        <p:sp>
          <p:nvSpPr>
            <p:cNvPr id="17" name="文本框 16">
              <a:extLst>
                <a:ext uri="{FF2B5EF4-FFF2-40B4-BE49-F238E27FC236}">
                  <a16:creationId xmlns:a16="http://schemas.microsoft.com/office/drawing/2014/main" id="{3EFB3CA4-E95A-1B74-6B69-D99721631DAC}"/>
                </a:ext>
              </a:extLst>
            </p:cNvPr>
            <p:cNvSpPr txBox="1"/>
            <p:nvPr/>
          </p:nvSpPr>
          <p:spPr>
            <a:xfrm>
              <a:off x="611450" y="3369866"/>
              <a:ext cx="2313454"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连续淤浆床两釜串联工艺</a:t>
              </a:r>
              <a:r>
                <a:rPr lang="en-US" altLang="zh-CN" sz="1200" baseline="30000" dirty="0">
                  <a:latin typeface="微软雅黑" panose="020B0503020204020204" pitchFamily="34" charset="-122"/>
                  <a:ea typeface="微软雅黑" panose="020B0503020204020204" pitchFamily="34" charset="-122"/>
                </a:rPr>
                <a:t>[1]</a:t>
              </a:r>
              <a:endParaRPr lang="zh-CN" altLang="en-US" sz="1200" baseline="30000" dirty="0">
                <a:latin typeface="微软雅黑" panose="020B0503020204020204" pitchFamily="34" charset="-122"/>
                <a:ea typeface="微软雅黑" panose="020B0503020204020204" pitchFamily="34" charset="-122"/>
              </a:endParaRPr>
            </a:p>
          </p:txBody>
        </p:sp>
      </p:grpSp>
      <p:sp>
        <p:nvSpPr>
          <p:cNvPr id="19" name="文本框 18">
            <a:extLst>
              <a:ext uri="{FF2B5EF4-FFF2-40B4-BE49-F238E27FC236}">
                <a16:creationId xmlns:a16="http://schemas.microsoft.com/office/drawing/2014/main" id="{BEB4B823-6810-6B53-387B-40D0B6414417}"/>
              </a:ext>
            </a:extLst>
          </p:cNvPr>
          <p:cNvSpPr txBox="1"/>
          <p:nvPr/>
        </p:nvSpPr>
        <p:spPr>
          <a:xfrm>
            <a:off x="1187530" y="4639347"/>
            <a:ext cx="4378122" cy="369332"/>
          </a:xfrm>
          <a:prstGeom prst="rect">
            <a:avLst/>
          </a:prstGeom>
          <a:noFill/>
        </p:spPr>
        <p:txBody>
          <a:bodyPr wrap="none" rtlCol="0">
            <a:spAutoFit/>
          </a:bodyPr>
          <a:lstStyle/>
          <a:p>
            <a:r>
              <a:rPr lang="en-US" altLang="zh-CN" sz="600" dirty="0">
                <a:latin typeface="微软雅黑" panose="020B0503020204020204" pitchFamily="34" charset="-122"/>
                <a:ea typeface="微软雅黑" panose="020B0503020204020204" pitchFamily="34" charset="-122"/>
              </a:rPr>
              <a:t>[1]</a:t>
            </a:r>
            <a:r>
              <a:rPr lang="zh-CN" altLang="en-US" sz="600" dirty="0">
                <a:latin typeface="微软雅黑" panose="020B0503020204020204" pitchFamily="34" charset="-122"/>
                <a:ea typeface="微软雅黑" panose="020B0503020204020204" pitchFamily="34" charset="-122"/>
              </a:rPr>
              <a:t>杨克勇</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汪颖</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赵成军</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等</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一种非晶态合金催化剂加氢精制己内酰胺水溶液新工艺的开发</a:t>
            </a:r>
            <a:r>
              <a:rPr lang="en-US" altLang="zh-CN" sz="600" dirty="0">
                <a:latin typeface="微软雅黑" panose="020B0503020204020204" pitchFamily="34" charset="-122"/>
                <a:ea typeface="微软雅黑" panose="020B0503020204020204" pitchFamily="34" charset="-122"/>
              </a:rPr>
              <a:t>[J].</a:t>
            </a:r>
            <a:r>
              <a:rPr lang="zh-CN" altLang="en-US" sz="600" dirty="0">
                <a:latin typeface="微软雅黑" panose="020B0503020204020204" pitchFamily="34" charset="-122"/>
                <a:ea typeface="微软雅黑" panose="020B0503020204020204" pitchFamily="34" charset="-122"/>
              </a:rPr>
              <a:t>石油炼制与化工</a:t>
            </a:r>
            <a:r>
              <a:rPr lang="en-US" altLang="zh-CN" sz="600" dirty="0">
                <a:latin typeface="微软雅黑" panose="020B0503020204020204" pitchFamily="34" charset="-122"/>
                <a:ea typeface="微软雅黑" panose="020B0503020204020204" pitchFamily="34" charset="-122"/>
              </a:rPr>
              <a:t>,2001,(07):21-24.</a:t>
            </a:r>
          </a:p>
          <a:p>
            <a:r>
              <a:rPr lang="en-US" altLang="zh-CN" sz="600" dirty="0">
                <a:latin typeface="微软雅黑" panose="020B0503020204020204" pitchFamily="34" charset="-122"/>
                <a:ea typeface="微软雅黑" panose="020B0503020204020204" pitchFamily="34" charset="-122"/>
              </a:rPr>
              <a:t>[2]</a:t>
            </a:r>
            <a:r>
              <a:rPr lang="zh-CN" altLang="en-US" sz="600" dirty="0">
                <a:latin typeface="微软雅黑" panose="020B0503020204020204" pitchFamily="34" charset="-122"/>
                <a:ea typeface="微软雅黑" panose="020B0503020204020204" pitchFamily="34" charset="-122"/>
              </a:rPr>
              <a:t>齐世锋</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曹志广</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赵承军</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等</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磁稳定床在己内酰胺加氢精制中的工业应用</a:t>
            </a:r>
            <a:r>
              <a:rPr lang="en-US" altLang="zh-CN" sz="600" dirty="0">
                <a:latin typeface="微软雅黑" panose="020B0503020204020204" pitchFamily="34" charset="-122"/>
                <a:ea typeface="微软雅黑" panose="020B0503020204020204" pitchFamily="34" charset="-122"/>
              </a:rPr>
              <a:t>[J].</a:t>
            </a:r>
            <a:r>
              <a:rPr lang="zh-CN" altLang="en-US" sz="600" dirty="0">
                <a:latin typeface="微软雅黑" panose="020B0503020204020204" pitchFamily="34" charset="-122"/>
                <a:ea typeface="微软雅黑" panose="020B0503020204020204" pitchFamily="34" charset="-122"/>
              </a:rPr>
              <a:t>石油炼制与化工</a:t>
            </a:r>
            <a:r>
              <a:rPr lang="en-US" altLang="zh-CN" sz="600" dirty="0">
                <a:latin typeface="微软雅黑" panose="020B0503020204020204" pitchFamily="34" charset="-122"/>
                <a:ea typeface="微软雅黑" panose="020B0503020204020204" pitchFamily="34" charset="-122"/>
              </a:rPr>
              <a:t>,2007,(06):6-10.</a:t>
            </a:r>
          </a:p>
          <a:p>
            <a:r>
              <a:rPr lang="en-US" altLang="zh-CN" sz="600" dirty="0">
                <a:latin typeface="微软雅黑" panose="020B0503020204020204" pitchFamily="34" charset="-122"/>
                <a:ea typeface="微软雅黑" panose="020B0503020204020204" pitchFamily="34" charset="-122"/>
              </a:rPr>
              <a:t>[3]</a:t>
            </a:r>
            <a:r>
              <a:rPr lang="zh-CN" altLang="en-US" sz="600" dirty="0">
                <a:latin typeface="微软雅黑" panose="020B0503020204020204" pitchFamily="34" charset="-122"/>
                <a:ea typeface="微软雅黑" panose="020B0503020204020204" pitchFamily="34" charset="-122"/>
              </a:rPr>
              <a:t>刘国强，祝春芳，颜鹿平，等． 一种固定床加氢精制己内酰胺的方法［</a:t>
            </a:r>
            <a:r>
              <a:rPr lang="en-US" altLang="zh-CN" sz="600" dirty="0">
                <a:latin typeface="微软雅黑" panose="020B0503020204020204" pitchFamily="34" charset="-122"/>
                <a:ea typeface="微软雅黑" panose="020B0503020204020204" pitchFamily="34" charset="-122"/>
              </a:rPr>
              <a:t>P</a:t>
            </a:r>
            <a:r>
              <a:rPr lang="zh-CN" altLang="en-US" sz="600" dirty="0">
                <a:latin typeface="微软雅黑" panose="020B0503020204020204" pitchFamily="34" charset="-122"/>
                <a:ea typeface="微软雅黑" panose="020B0503020204020204" pitchFamily="34" charset="-122"/>
              </a:rPr>
              <a:t>］． </a:t>
            </a:r>
            <a:r>
              <a:rPr lang="en-US" altLang="zh-CN" sz="600" dirty="0">
                <a:latin typeface="微软雅黑" panose="020B0503020204020204" pitchFamily="34" charset="-122"/>
                <a:ea typeface="微软雅黑" panose="020B0503020204020204" pitchFamily="34" charset="-122"/>
              </a:rPr>
              <a:t>CN 103086968 A</a:t>
            </a:r>
            <a:r>
              <a:rPr lang="zh-CN" altLang="en-US" sz="600" dirty="0">
                <a:latin typeface="微软雅黑" panose="020B0503020204020204" pitchFamily="34" charset="-122"/>
                <a:ea typeface="微软雅黑" panose="020B0503020204020204" pitchFamily="34" charset="-122"/>
              </a:rPr>
              <a:t>，</a:t>
            </a:r>
            <a:r>
              <a:rPr lang="en-US" altLang="zh-CN" sz="600" dirty="0">
                <a:latin typeface="微软雅黑" panose="020B0503020204020204" pitchFamily="34" charset="-122"/>
                <a:ea typeface="微软雅黑" panose="020B0503020204020204" pitchFamily="34" charset="-122"/>
              </a:rPr>
              <a:t>2013</a:t>
            </a:r>
            <a:r>
              <a:rPr lang="zh-CN" altLang="en-US" sz="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109842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19</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3" name="Title 6">
            <a:extLst>
              <a:ext uri="{FF2B5EF4-FFF2-40B4-BE49-F238E27FC236}">
                <a16:creationId xmlns:a16="http://schemas.microsoft.com/office/drawing/2014/main" id="{C43770B2-E4B2-0933-FFC1-40FA9DC6668A}"/>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己内酰胺精制分离</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蒸发精馏</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 name="文本框 7">
            <a:extLst>
              <a:ext uri="{FF2B5EF4-FFF2-40B4-BE49-F238E27FC236}">
                <a16:creationId xmlns:a16="http://schemas.microsoft.com/office/drawing/2014/main" id="{25607334-3678-3473-5CD4-80F78D6B04C3}"/>
              </a:ext>
            </a:extLst>
          </p:cNvPr>
          <p:cNvSpPr txBox="1"/>
          <p:nvPr/>
        </p:nvSpPr>
        <p:spPr>
          <a:xfrm>
            <a:off x="0" y="606150"/>
            <a:ext cx="526297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己内酰胺蒸发单元主要用于脱水和低沸点杂质，精馏单元则是脱出重杂质。</a:t>
            </a:r>
          </a:p>
        </p:txBody>
      </p:sp>
      <p:grpSp>
        <p:nvGrpSpPr>
          <p:cNvPr id="10" name="组合 9">
            <a:extLst>
              <a:ext uri="{FF2B5EF4-FFF2-40B4-BE49-F238E27FC236}">
                <a16:creationId xmlns:a16="http://schemas.microsoft.com/office/drawing/2014/main" id="{09C89BD8-999F-D04E-D034-E0DB5852989A}"/>
              </a:ext>
            </a:extLst>
          </p:cNvPr>
          <p:cNvGrpSpPr/>
          <p:nvPr/>
        </p:nvGrpSpPr>
        <p:grpSpPr>
          <a:xfrm>
            <a:off x="117475" y="1048608"/>
            <a:ext cx="8430859" cy="2624650"/>
            <a:chOff x="64721" y="1456248"/>
            <a:chExt cx="9120515" cy="2828369"/>
          </a:xfrm>
        </p:grpSpPr>
        <p:sp>
          <p:nvSpPr>
            <p:cNvPr id="11" name="文本框 10">
              <a:extLst>
                <a:ext uri="{FF2B5EF4-FFF2-40B4-BE49-F238E27FC236}">
                  <a16:creationId xmlns:a16="http://schemas.microsoft.com/office/drawing/2014/main" id="{177FA1F9-CE92-12CA-0DC0-78C71D367E50}"/>
                </a:ext>
              </a:extLst>
            </p:cNvPr>
            <p:cNvSpPr txBox="1"/>
            <p:nvPr/>
          </p:nvSpPr>
          <p:spPr>
            <a:xfrm>
              <a:off x="64721" y="2214835"/>
              <a:ext cx="2258939" cy="300082"/>
            </a:xfrm>
            <a:prstGeom prst="rect">
              <a:avLst/>
            </a:prstGeom>
            <a:noFill/>
            <a:ln w="19050">
              <a:solidFill>
                <a:srgbClr val="0F6FC6"/>
              </a:solidFill>
              <a:prstDash val="sysDash"/>
            </a:ln>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加氢精制后的己内酰胺溶液</a:t>
              </a:r>
            </a:p>
          </p:txBody>
        </p:sp>
        <p:cxnSp>
          <p:nvCxnSpPr>
            <p:cNvPr id="12" name="直接箭头连接符 11">
              <a:extLst>
                <a:ext uri="{FF2B5EF4-FFF2-40B4-BE49-F238E27FC236}">
                  <a16:creationId xmlns:a16="http://schemas.microsoft.com/office/drawing/2014/main" id="{ECDC4FA4-AF4B-CD5D-D4E2-7C5BEEC9C529}"/>
                </a:ext>
              </a:extLst>
            </p:cNvPr>
            <p:cNvCxnSpPr>
              <a:cxnSpLocks/>
            </p:cNvCxnSpPr>
            <p:nvPr/>
          </p:nvCxnSpPr>
          <p:spPr>
            <a:xfrm>
              <a:off x="2323660" y="2364876"/>
              <a:ext cx="3667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3" name="组合 12">
              <a:extLst>
                <a:ext uri="{FF2B5EF4-FFF2-40B4-BE49-F238E27FC236}">
                  <a16:creationId xmlns:a16="http://schemas.microsoft.com/office/drawing/2014/main" id="{108AA6D1-4547-654C-50CE-B2757516F305}"/>
                </a:ext>
              </a:extLst>
            </p:cNvPr>
            <p:cNvGrpSpPr/>
            <p:nvPr/>
          </p:nvGrpSpPr>
          <p:grpSpPr>
            <a:xfrm>
              <a:off x="2690446" y="1840522"/>
              <a:ext cx="2635201" cy="1048707"/>
              <a:chOff x="3132553" y="1840522"/>
              <a:chExt cx="2635201" cy="1048707"/>
            </a:xfrm>
          </p:grpSpPr>
          <p:sp>
            <p:nvSpPr>
              <p:cNvPr id="25" name="矩形 24">
                <a:extLst>
                  <a:ext uri="{FF2B5EF4-FFF2-40B4-BE49-F238E27FC236}">
                    <a16:creationId xmlns:a16="http://schemas.microsoft.com/office/drawing/2014/main" id="{ED8548B8-30F1-9479-24FA-48DD856ABF6E}"/>
                  </a:ext>
                </a:extLst>
              </p:cNvPr>
              <p:cNvSpPr/>
              <p:nvPr/>
            </p:nvSpPr>
            <p:spPr>
              <a:xfrm>
                <a:off x="3132553" y="1840522"/>
                <a:ext cx="2635201" cy="10487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6" name="文本框 25">
                <a:extLst>
                  <a:ext uri="{FF2B5EF4-FFF2-40B4-BE49-F238E27FC236}">
                    <a16:creationId xmlns:a16="http://schemas.microsoft.com/office/drawing/2014/main" id="{BD07DB24-BF76-651C-4234-9E1E0BE27C43}"/>
                  </a:ext>
                </a:extLst>
              </p:cNvPr>
              <p:cNvSpPr txBox="1"/>
              <p:nvPr/>
            </p:nvSpPr>
            <p:spPr>
              <a:xfrm>
                <a:off x="3217668" y="2214835"/>
                <a:ext cx="888216" cy="276999"/>
              </a:xfrm>
              <a:prstGeom prst="rect">
                <a:avLst/>
              </a:prstGeom>
              <a:noFill/>
              <a:ln w="19050">
                <a:solidFill>
                  <a:srgbClr val="0F6FC6"/>
                </a:solidFill>
                <a:prstDash val="sysDash"/>
              </a:ln>
            </p:spPr>
            <p:txBody>
              <a:bodyPr wrap="square" rtlCol="0">
                <a:spAutoFit/>
              </a:bodyPr>
              <a:lstStyle/>
              <a:p>
                <a:pPr algn="ctr"/>
                <a:r>
                  <a:rPr lang="zh-CN" altLang="en-US" sz="1200" dirty="0">
                    <a:latin typeface="微软雅黑" panose="020B0503020204020204" pitchFamily="34" charset="-122"/>
                    <a:ea typeface="微软雅黑" panose="020B0503020204020204" pitchFamily="34" charset="-122"/>
                  </a:rPr>
                  <a:t>三效蒸发</a:t>
                </a:r>
              </a:p>
            </p:txBody>
          </p:sp>
          <p:sp>
            <p:nvSpPr>
              <p:cNvPr id="27" name="文本框 26">
                <a:extLst>
                  <a:ext uri="{FF2B5EF4-FFF2-40B4-BE49-F238E27FC236}">
                    <a16:creationId xmlns:a16="http://schemas.microsoft.com/office/drawing/2014/main" id="{E34A73AC-9C32-BF49-6959-E4DF39F5A8C1}"/>
                  </a:ext>
                </a:extLst>
              </p:cNvPr>
              <p:cNvSpPr txBox="1"/>
              <p:nvPr/>
            </p:nvSpPr>
            <p:spPr>
              <a:xfrm>
                <a:off x="4129330" y="2153725"/>
                <a:ext cx="357554" cy="461665"/>
              </a:xfrm>
              <a:prstGeom prst="rect">
                <a:avLst/>
              </a:prstGeom>
              <a:noFill/>
            </p:spPr>
            <p:txBody>
              <a:bodyPr wrap="square" rtlCol="0">
                <a:spAutoFit/>
              </a:bodyPr>
              <a:lstStyle/>
              <a:p>
                <a:r>
                  <a:rPr lang="en-US" altLang="zh-CN" sz="2400" dirty="0"/>
                  <a:t>+ </a:t>
                </a:r>
                <a:endParaRPr lang="zh-CN" altLang="en-US" sz="2400" dirty="0"/>
              </a:p>
            </p:txBody>
          </p:sp>
          <p:sp>
            <p:nvSpPr>
              <p:cNvPr id="28" name="文本框 27">
                <a:extLst>
                  <a:ext uri="{FF2B5EF4-FFF2-40B4-BE49-F238E27FC236}">
                    <a16:creationId xmlns:a16="http://schemas.microsoft.com/office/drawing/2014/main" id="{3BD6965D-F257-85ED-03D8-ECD2B8669FEC}"/>
                  </a:ext>
                </a:extLst>
              </p:cNvPr>
              <p:cNvSpPr txBox="1"/>
              <p:nvPr/>
            </p:nvSpPr>
            <p:spPr>
              <a:xfrm>
                <a:off x="4501729" y="2214835"/>
                <a:ext cx="1140193" cy="276999"/>
              </a:xfrm>
              <a:prstGeom prst="rect">
                <a:avLst/>
              </a:prstGeom>
              <a:noFill/>
              <a:ln w="19050">
                <a:solidFill>
                  <a:srgbClr val="0F6FC6"/>
                </a:solidFill>
                <a:prstDash val="sysDash"/>
              </a:ln>
            </p:spPr>
            <p:txBody>
              <a:bodyPr wrap="square" rtlCol="0">
                <a:spAutoFit/>
              </a:bodyPr>
              <a:lstStyle/>
              <a:p>
                <a:pPr algn="ctr"/>
                <a:r>
                  <a:rPr lang="zh-CN" altLang="en-US" sz="1200" dirty="0">
                    <a:latin typeface="微软雅黑" panose="020B0503020204020204" pitchFamily="34" charset="-122"/>
                    <a:ea typeface="微软雅黑" panose="020B0503020204020204" pitchFamily="34" charset="-122"/>
                  </a:rPr>
                  <a:t>预蒸馏系统</a:t>
                </a:r>
              </a:p>
            </p:txBody>
          </p:sp>
        </p:grpSp>
        <p:sp>
          <p:nvSpPr>
            <p:cNvPr id="14" name="文本框 13">
              <a:extLst>
                <a:ext uri="{FF2B5EF4-FFF2-40B4-BE49-F238E27FC236}">
                  <a16:creationId xmlns:a16="http://schemas.microsoft.com/office/drawing/2014/main" id="{2C965450-C3CF-0A35-212A-24EC634D989E}"/>
                </a:ext>
              </a:extLst>
            </p:cNvPr>
            <p:cNvSpPr txBox="1"/>
            <p:nvPr/>
          </p:nvSpPr>
          <p:spPr>
            <a:xfrm>
              <a:off x="3569464" y="1456248"/>
              <a:ext cx="877163" cy="30008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浓缩单元</a:t>
              </a:r>
            </a:p>
          </p:txBody>
        </p:sp>
        <p:cxnSp>
          <p:nvCxnSpPr>
            <p:cNvPr id="15" name="直接箭头连接符 14">
              <a:extLst>
                <a:ext uri="{FF2B5EF4-FFF2-40B4-BE49-F238E27FC236}">
                  <a16:creationId xmlns:a16="http://schemas.microsoft.com/office/drawing/2014/main" id="{E6A2E6CD-20AC-7514-98FA-8797E4CBC5C2}"/>
                </a:ext>
              </a:extLst>
            </p:cNvPr>
            <p:cNvCxnSpPr>
              <a:cxnSpLocks/>
            </p:cNvCxnSpPr>
            <p:nvPr/>
          </p:nvCxnSpPr>
          <p:spPr>
            <a:xfrm flipV="1">
              <a:off x="5325647" y="2353334"/>
              <a:ext cx="975875" cy="2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78E8037B-B47B-F3A3-A4D7-35444B10CF0C}"/>
                </a:ext>
              </a:extLst>
            </p:cNvPr>
            <p:cNvSpPr txBox="1"/>
            <p:nvPr/>
          </p:nvSpPr>
          <p:spPr>
            <a:xfrm>
              <a:off x="6301522" y="2214834"/>
              <a:ext cx="888216" cy="276999"/>
            </a:xfrm>
            <a:prstGeom prst="rect">
              <a:avLst/>
            </a:prstGeom>
            <a:noFill/>
            <a:ln w="19050">
              <a:solidFill>
                <a:srgbClr val="0F6FC6"/>
              </a:solidFill>
              <a:prstDash val="sysDash"/>
            </a:ln>
          </p:spPr>
          <p:txBody>
            <a:bodyPr wrap="square" rtlCol="0">
              <a:spAutoFit/>
            </a:bodyPr>
            <a:lstStyle/>
            <a:p>
              <a:pPr algn="ctr"/>
              <a:r>
                <a:rPr lang="zh-CN" altLang="en-US" sz="1200" dirty="0">
                  <a:latin typeface="微软雅黑" panose="020B0503020204020204" pitchFamily="34" charset="-122"/>
                  <a:ea typeface="微软雅黑" panose="020B0503020204020204" pitchFamily="34" charset="-122"/>
                </a:rPr>
                <a:t>精馏</a:t>
              </a:r>
            </a:p>
          </p:txBody>
        </p:sp>
        <p:cxnSp>
          <p:nvCxnSpPr>
            <p:cNvPr id="17" name="直接箭头连接符 16">
              <a:extLst>
                <a:ext uri="{FF2B5EF4-FFF2-40B4-BE49-F238E27FC236}">
                  <a16:creationId xmlns:a16="http://schemas.microsoft.com/office/drawing/2014/main" id="{89E4DCDC-1B23-C065-05D0-4D9D8C60FBD2}"/>
                </a:ext>
              </a:extLst>
            </p:cNvPr>
            <p:cNvCxnSpPr>
              <a:cxnSpLocks/>
            </p:cNvCxnSpPr>
            <p:nvPr/>
          </p:nvCxnSpPr>
          <p:spPr>
            <a:xfrm>
              <a:off x="4642060" y="3427694"/>
              <a:ext cx="29657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47623E2-84EF-1C24-49D6-1BDD23FAF851}"/>
                </a:ext>
              </a:extLst>
            </p:cNvPr>
            <p:cNvCxnSpPr>
              <a:cxnSpLocks/>
            </p:cNvCxnSpPr>
            <p:nvPr/>
          </p:nvCxnSpPr>
          <p:spPr>
            <a:xfrm>
              <a:off x="4634943" y="2491833"/>
              <a:ext cx="0" cy="935861"/>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DE2FD4EE-387A-F38A-BE1A-CB49670AD2AF}"/>
                </a:ext>
              </a:extLst>
            </p:cNvPr>
            <p:cNvSpPr txBox="1"/>
            <p:nvPr/>
          </p:nvSpPr>
          <p:spPr>
            <a:xfrm>
              <a:off x="4627827" y="3080160"/>
              <a:ext cx="1614545"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预蒸馏塔的真空凝液</a:t>
              </a:r>
            </a:p>
          </p:txBody>
        </p:sp>
        <p:cxnSp>
          <p:nvCxnSpPr>
            <p:cNvPr id="20" name="直接箭头连接符 19">
              <a:extLst>
                <a:ext uri="{FF2B5EF4-FFF2-40B4-BE49-F238E27FC236}">
                  <a16:creationId xmlns:a16="http://schemas.microsoft.com/office/drawing/2014/main" id="{D0E507D7-8EF4-FE76-5805-E8034475EC85}"/>
                </a:ext>
              </a:extLst>
            </p:cNvPr>
            <p:cNvCxnSpPr>
              <a:cxnSpLocks/>
            </p:cNvCxnSpPr>
            <p:nvPr/>
          </p:nvCxnSpPr>
          <p:spPr>
            <a:xfrm>
              <a:off x="6750320" y="2484709"/>
              <a:ext cx="3811" cy="942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3546FBA6-24ED-F230-CDB2-69695F7877F0}"/>
                </a:ext>
              </a:extLst>
            </p:cNvPr>
            <p:cNvSpPr txBox="1"/>
            <p:nvPr/>
          </p:nvSpPr>
          <p:spPr>
            <a:xfrm>
              <a:off x="6745630" y="2803161"/>
              <a:ext cx="1415772"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精馏脱除的重杂质</a:t>
              </a:r>
            </a:p>
          </p:txBody>
        </p:sp>
        <p:sp>
          <p:nvSpPr>
            <p:cNvPr id="22" name="文本框 21">
              <a:extLst>
                <a:ext uri="{FF2B5EF4-FFF2-40B4-BE49-F238E27FC236}">
                  <a16:creationId xmlns:a16="http://schemas.microsoft.com/office/drawing/2014/main" id="{82E46AB8-82BA-34F8-C7D7-390F972D595A}"/>
                </a:ext>
              </a:extLst>
            </p:cNvPr>
            <p:cNvSpPr txBox="1"/>
            <p:nvPr/>
          </p:nvSpPr>
          <p:spPr>
            <a:xfrm>
              <a:off x="7601016" y="3289194"/>
              <a:ext cx="1120771" cy="276999"/>
            </a:xfrm>
            <a:prstGeom prst="rect">
              <a:avLst/>
            </a:prstGeom>
            <a:noFill/>
            <a:ln w="19050">
              <a:solidFill>
                <a:srgbClr val="0F6FC6"/>
              </a:solidFill>
              <a:prstDash val="sysDash"/>
            </a:ln>
          </p:spPr>
          <p:txBody>
            <a:bodyPr wrap="square" rtlCol="0">
              <a:spAutoFit/>
            </a:bodyPr>
            <a:lstStyle/>
            <a:p>
              <a:pPr algn="ctr"/>
              <a:r>
                <a:rPr lang="zh-CN" altLang="en-US" sz="1200" dirty="0">
                  <a:latin typeface="微软雅黑" panose="020B0503020204020204" pitchFamily="34" charset="-122"/>
                  <a:ea typeface="微软雅黑" panose="020B0503020204020204" pitchFamily="34" charset="-122"/>
                </a:rPr>
                <a:t>杂质萃取塔</a:t>
              </a:r>
            </a:p>
          </p:txBody>
        </p:sp>
        <p:cxnSp>
          <p:nvCxnSpPr>
            <p:cNvPr id="23" name="直接箭头连接符 22">
              <a:extLst>
                <a:ext uri="{FF2B5EF4-FFF2-40B4-BE49-F238E27FC236}">
                  <a16:creationId xmlns:a16="http://schemas.microsoft.com/office/drawing/2014/main" id="{FD12FCC5-80D9-65A4-7A6B-2CDE5F953589}"/>
                </a:ext>
              </a:extLst>
            </p:cNvPr>
            <p:cNvCxnSpPr>
              <a:cxnSpLocks/>
            </p:cNvCxnSpPr>
            <p:nvPr/>
          </p:nvCxnSpPr>
          <p:spPr>
            <a:xfrm>
              <a:off x="8161401" y="3566193"/>
              <a:ext cx="0" cy="718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2810EE87-9C2A-F4EC-3F2A-B7B34747DBDF}"/>
                </a:ext>
              </a:extLst>
            </p:cNvPr>
            <p:cNvSpPr txBox="1"/>
            <p:nvPr/>
          </p:nvSpPr>
          <p:spPr>
            <a:xfrm>
              <a:off x="8077240" y="3757371"/>
              <a:ext cx="1107996"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回收己内酰胺</a:t>
              </a:r>
            </a:p>
          </p:txBody>
        </p:sp>
      </p:grpSp>
      <p:sp>
        <p:nvSpPr>
          <p:cNvPr id="29" name="文本框 28">
            <a:extLst>
              <a:ext uri="{FF2B5EF4-FFF2-40B4-BE49-F238E27FC236}">
                <a16:creationId xmlns:a16="http://schemas.microsoft.com/office/drawing/2014/main" id="{7350CC20-DBDE-AF85-159E-2D3A4D628B38}"/>
              </a:ext>
            </a:extLst>
          </p:cNvPr>
          <p:cNvSpPr txBox="1"/>
          <p:nvPr/>
        </p:nvSpPr>
        <p:spPr>
          <a:xfrm>
            <a:off x="137911" y="3730630"/>
            <a:ext cx="8024954" cy="830997"/>
          </a:xfrm>
          <a:prstGeom prst="rect">
            <a:avLst/>
          </a:prstGeom>
          <a:noFill/>
        </p:spPr>
        <p:txBody>
          <a:bodyPr wrap="none" rtlCol="0">
            <a:spAutoFit/>
          </a:bodyPr>
          <a:lstStyle/>
          <a:p>
            <a:pPr marL="171450" indent="-171450">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rPr>
              <a:t>工业上一般采用</a:t>
            </a:r>
            <a:r>
              <a:rPr lang="zh-CN" altLang="en-US" sz="1200" dirty="0">
                <a:solidFill>
                  <a:srgbClr val="FF0000"/>
                </a:solidFill>
                <a:latin typeface="微软雅黑" panose="020B0503020204020204" pitchFamily="34" charset="-122"/>
                <a:ea typeface="微软雅黑" panose="020B0503020204020204" pitchFamily="34" charset="-122"/>
              </a:rPr>
              <a:t>高真空精馏精制</a:t>
            </a:r>
            <a:r>
              <a:rPr lang="zh-CN" altLang="en-US" sz="1200" dirty="0">
                <a:latin typeface="微软雅黑" panose="020B0503020204020204" pitchFamily="34" charset="-122"/>
                <a:ea typeface="微软雅黑" panose="020B0503020204020204" pitchFamily="34" charset="-122"/>
              </a:rPr>
              <a:t>，为了避免温度过高和长时间加热引起己内酰胺的聚合，尽可能缩短精馏时间。</a:t>
            </a:r>
            <a:endParaRPr lang="en-US" altLang="zh-CN" sz="1200" dirty="0">
              <a:latin typeface="微软雅黑" panose="020B0503020204020204" pitchFamily="34" charset="-122"/>
              <a:ea typeface="微软雅黑" panose="020B0503020204020204" pitchFamily="34" charset="-122"/>
            </a:endParaRPr>
          </a:p>
          <a:p>
            <a:pPr marL="171450" indent="-171450">
              <a:buFont typeface="Wingdings" panose="05000000000000000000" pitchFamily="2" charset="2"/>
              <a:buChar char="Ø"/>
            </a:pPr>
            <a:endParaRPr lang="en-US" altLang="zh-CN" sz="1200" dirty="0">
              <a:latin typeface="微软雅黑" panose="020B0503020204020204" pitchFamily="34" charset="-122"/>
              <a:ea typeface="微软雅黑" panose="020B0503020204020204" pitchFamily="34" charset="-122"/>
            </a:endParaRPr>
          </a:p>
          <a:p>
            <a:pPr marL="171450" indent="-171450">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rPr>
              <a:t>己内酰胺真空精馏时通常需要加入氢氧化钠来控制己内酰胺的碱度指标。碱的加入目的是为了</a:t>
            </a:r>
            <a:r>
              <a:rPr lang="zh-CN" altLang="en-US" sz="1200" dirty="0">
                <a:solidFill>
                  <a:srgbClr val="FF0000"/>
                </a:solidFill>
                <a:latin typeface="微软雅黑" panose="020B0503020204020204" pitchFamily="34" charset="-122"/>
                <a:ea typeface="微软雅黑" panose="020B0503020204020204" pitchFamily="34" charset="-122"/>
              </a:rPr>
              <a:t>将己内酰胺中的</a:t>
            </a:r>
            <a:endParaRPr lang="en-US" altLang="zh-CN" sz="1200" dirty="0">
              <a:solidFill>
                <a:srgbClr val="FF0000"/>
              </a:solidFill>
              <a:latin typeface="微软雅黑" panose="020B0503020204020204" pitchFamily="34" charset="-122"/>
              <a:ea typeface="微软雅黑" panose="020B0503020204020204" pitchFamily="34" charset="-122"/>
            </a:endParaRPr>
          </a:p>
          <a:p>
            <a:r>
              <a:rPr lang="zh-CN" altLang="en-US" sz="1200" dirty="0">
                <a:solidFill>
                  <a:srgbClr val="FF0000"/>
                </a:solidFill>
                <a:latin typeface="微软雅黑" panose="020B0503020204020204" pitchFamily="34" charset="-122"/>
                <a:ea typeface="微软雅黑" panose="020B0503020204020204" pitchFamily="34" charset="-122"/>
              </a:rPr>
              <a:t>有机酸形成稳定的盐类</a:t>
            </a:r>
            <a:r>
              <a:rPr lang="zh-CN" altLang="en-US" sz="1200" dirty="0">
                <a:latin typeface="微软雅黑" panose="020B0503020204020204" pitchFamily="34" charset="-122"/>
                <a:ea typeface="微软雅黑" panose="020B0503020204020204" pitchFamily="34" charset="-122"/>
              </a:rPr>
              <a:t>以便在精馏中随重残液除去</a:t>
            </a:r>
            <a:r>
              <a:rPr lang="en-US" altLang="zh-CN" sz="1200" baseline="300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a:t>
            </a:r>
          </a:p>
        </p:txBody>
      </p:sp>
      <p:sp>
        <p:nvSpPr>
          <p:cNvPr id="2" name="文本框 1">
            <a:extLst>
              <a:ext uri="{FF2B5EF4-FFF2-40B4-BE49-F238E27FC236}">
                <a16:creationId xmlns:a16="http://schemas.microsoft.com/office/drawing/2014/main" id="{589D2A3A-3E05-52FE-EDB0-A84E6CD4CE65}"/>
              </a:ext>
            </a:extLst>
          </p:cNvPr>
          <p:cNvSpPr txBox="1"/>
          <p:nvPr/>
        </p:nvSpPr>
        <p:spPr>
          <a:xfrm>
            <a:off x="1291043" y="4725697"/>
            <a:ext cx="3565400" cy="184666"/>
          </a:xfrm>
          <a:prstGeom prst="rect">
            <a:avLst/>
          </a:prstGeom>
          <a:noFill/>
        </p:spPr>
        <p:txBody>
          <a:bodyPr wrap="none" rtlCol="0">
            <a:spAutoFit/>
          </a:bodyPr>
          <a:lstStyle/>
          <a:p>
            <a:r>
              <a:rPr lang="en-US" altLang="zh-CN" sz="600" dirty="0">
                <a:latin typeface="微软雅黑" panose="020B0503020204020204" pitchFamily="34" charset="-122"/>
                <a:ea typeface="微软雅黑" panose="020B0503020204020204" pitchFamily="34" charset="-122"/>
              </a:rPr>
              <a:t>[1]</a:t>
            </a:r>
            <a:r>
              <a:rPr lang="zh-CN" altLang="en-US" sz="600" dirty="0">
                <a:latin typeface="微软雅黑" panose="020B0503020204020204" pitchFamily="34" charset="-122"/>
                <a:ea typeface="微软雅黑" panose="020B0503020204020204" pitchFamily="34" charset="-122"/>
              </a:rPr>
              <a:t>何登平． 南化东方公司己内酰胺装置的改造与运行优化［</a:t>
            </a:r>
            <a:r>
              <a:rPr lang="en-US" altLang="zh-CN" sz="600" dirty="0">
                <a:latin typeface="微软雅黑" panose="020B0503020204020204" pitchFamily="34" charset="-122"/>
                <a:ea typeface="微软雅黑" panose="020B0503020204020204" pitchFamily="34" charset="-122"/>
              </a:rPr>
              <a:t>D</a:t>
            </a:r>
            <a:r>
              <a:rPr lang="zh-CN" altLang="en-US" sz="600" dirty="0">
                <a:latin typeface="微软雅黑" panose="020B0503020204020204" pitchFamily="34" charset="-122"/>
                <a:ea typeface="微软雅黑" panose="020B0503020204020204" pitchFamily="34" charset="-122"/>
              </a:rPr>
              <a:t>］． 东南大学硕士学位论文，</a:t>
            </a:r>
            <a:r>
              <a:rPr lang="en-US" altLang="zh-CN" sz="600" dirty="0">
                <a:latin typeface="微软雅黑" panose="020B0503020204020204" pitchFamily="34" charset="-122"/>
                <a:ea typeface="微软雅黑" panose="020B0503020204020204" pitchFamily="34" charset="-122"/>
              </a:rPr>
              <a:t>2005</a:t>
            </a:r>
            <a:r>
              <a:rPr lang="zh-CN" altLang="en-US" sz="6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281950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20</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A9E28A9D-7B52-5095-AF7B-E9C4AE2391DA}"/>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己内酰胺精制工艺</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结晶法</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23BD540E-E1C1-8464-8FEF-A68862B0467C}"/>
              </a:ext>
            </a:extLst>
          </p:cNvPr>
          <p:cNvSpPr txBox="1"/>
          <p:nvPr/>
        </p:nvSpPr>
        <p:spPr>
          <a:xfrm>
            <a:off x="0" y="699490"/>
            <a:ext cx="8641200" cy="276999"/>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结晶精制用于除去包括</a:t>
            </a:r>
            <a:r>
              <a:rPr lang="zh-CN" altLang="en-US" sz="1200" dirty="0">
                <a:solidFill>
                  <a:srgbClr val="FF0000"/>
                </a:solidFill>
                <a:latin typeface="微软雅黑" panose="020B0503020204020204" pitchFamily="34" charset="-122"/>
                <a:ea typeface="微软雅黑" panose="020B0503020204020204" pitchFamily="34" charset="-122"/>
              </a:rPr>
              <a:t>己二酸</a:t>
            </a:r>
            <a:r>
              <a:rPr lang="zh-CN" altLang="en-US" sz="1200" dirty="0">
                <a:latin typeface="微软雅黑" panose="020B0503020204020204" pitchFamily="34" charset="-122"/>
                <a:ea typeface="微软雅黑" panose="020B0503020204020204" pitchFamily="34" charset="-122"/>
              </a:rPr>
              <a:t>、</a:t>
            </a:r>
            <a:r>
              <a:rPr lang="zh-CN" altLang="en-US" sz="1200" dirty="0">
                <a:solidFill>
                  <a:srgbClr val="FF0000"/>
                </a:solidFill>
                <a:latin typeface="微软雅黑" panose="020B0503020204020204" pitchFamily="34" charset="-122"/>
                <a:ea typeface="微软雅黑" panose="020B0503020204020204" pitchFamily="34" charset="-122"/>
              </a:rPr>
              <a:t>环己酮</a:t>
            </a:r>
            <a:r>
              <a:rPr lang="zh-CN" altLang="en-US" sz="1200" dirty="0">
                <a:latin typeface="微软雅黑" panose="020B0503020204020204" pitchFamily="34" charset="-122"/>
                <a:ea typeface="微软雅黑" panose="020B0503020204020204" pitchFamily="34" charset="-122"/>
              </a:rPr>
              <a:t>、</a:t>
            </a:r>
            <a:r>
              <a:rPr lang="zh-CN" altLang="en-US" sz="1200" dirty="0">
                <a:solidFill>
                  <a:srgbClr val="FF0000"/>
                </a:solidFill>
                <a:latin typeface="微软雅黑" panose="020B0503020204020204" pitchFamily="34" charset="-122"/>
                <a:ea typeface="微软雅黑" panose="020B0503020204020204" pitchFamily="34" charset="-122"/>
              </a:rPr>
              <a:t>环己醇</a:t>
            </a:r>
            <a:r>
              <a:rPr lang="zh-CN" altLang="en-US" sz="1200" dirty="0">
                <a:latin typeface="微软雅黑" panose="020B0503020204020204" pitchFamily="34" charset="-122"/>
                <a:ea typeface="微软雅黑" panose="020B0503020204020204" pitchFamily="34" charset="-122"/>
              </a:rPr>
              <a:t>、</a:t>
            </a:r>
            <a:r>
              <a:rPr lang="zh-CN" altLang="en-US" sz="1200" dirty="0">
                <a:solidFill>
                  <a:srgbClr val="FF0000"/>
                </a:solidFill>
                <a:latin typeface="微软雅黑" panose="020B0503020204020204" pitchFamily="34" charset="-122"/>
                <a:ea typeface="微软雅黑" panose="020B0503020204020204" pitchFamily="34" charset="-122"/>
              </a:rPr>
              <a:t>胺类杂质</a:t>
            </a:r>
            <a:r>
              <a:rPr lang="zh-CN" altLang="en-US" sz="1200" dirty="0">
                <a:latin typeface="微软雅黑" panose="020B0503020204020204" pitchFamily="34" charset="-122"/>
                <a:ea typeface="微软雅黑" panose="020B0503020204020204" pitchFamily="34" charset="-122"/>
              </a:rPr>
              <a:t>、</a:t>
            </a:r>
            <a:r>
              <a:rPr lang="zh-CN" altLang="en-US" sz="1200" dirty="0">
                <a:solidFill>
                  <a:srgbClr val="FF0000"/>
                </a:solidFill>
                <a:latin typeface="微软雅黑" panose="020B0503020204020204" pitchFamily="34" charset="-122"/>
                <a:ea typeface="微软雅黑" panose="020B0503020204020204" pitchFamily="34" charset="-122"/>
              </a:rPr>
              <a:t>低聚物</a:t>
            </a:r>
            <a:r>
              <a:rPr lang="zh-CN" altLang="en-US" sz="1200" dirty="0">
                <a:latin typeface="微软雅黑" panose="020B0503020204020204" pitchFamily="34" charset="-122"/>
                <a:ea typeface="微软雅黑" panose="020B0503020204020204" pitchFamily="34" charset="-122"/>
              </a:rPr>
              <a:t>和</a:t>
            </a:r>
            <a:r>
              <a:rPr lang="zh-CN" altLang="en-US" sz="1200" dirty="0">
                <a:solidFill>
                  <a:srgbClr val="FF0000"/>
                </a:solidFill>
                <a:latin typeface="微软雅黑" panose="020B0503020204020204" pitchFamily="34" charset="-122"/>
                <a:ea typeface="微软雅黑" panose="020B0503020204020204" pitchFamily="34" charset="-122"/>
              </a:rPr>
              <a:t>无机杂质</a:t>
            </a:r>
            <a:r>
              <a:rPr lang="zh-CN" altLang="en-US" sz="1200" dirty="0">
                <a:latin typeface="微软雅黑" panose="020B0503020204020204" pitchFamily="34" charset="-122"/>
                <a:ea typeface="微软雅黑" panose="020B0503020204020204" pitchFamily="34" charset="-122"/>
              </a:rPr>
              <a:t>（如金属离子或催化剂残留）</a:t>
            </a:r>
            <a:endParaRPr lang="en-US" altLang="zh-CN" sz="1200" dirty="0">
              <a:latin typeface="微软雅黑" panose="020B0503020204020204" pitchFamily="34" charset="-122"/>
              <a:ea typeface="微软雅黑" panose="020B0503020204020204" pitchFamily="34" charset="-122"/>
            </a:endParaRPr>
          </a:p>
        </p:txBody>
      </p:sp>
      <p:grpSp>
        <p:nvGrpSpPr>
          <p:cNvPr id="23" name="组合 22">
            <a:extLst>
              <a:ext uri="{FF2B5EF4-FFF2-40B4-BE49-F238E27FC236}">
                <a16:creationId xmlns:a16="http://schemas.microsoft.com/office/drawing/2014/main" id="{FC009A2B-C27F-1378-57E8-764E95397D9C}"/>
              </a:ext>
            </a:extLst>
          </p:cNvPr>
          <p:cNvGrpSpPr/>
          <p:nvPr/>
        </p:nvGrpSpPr>
        <p:grpSpPr>
          <a:xfrm>
            <a:off x="379730" y="1275570"/>
            <a:ext cx="6620829" cy="921736"/>
            <a:chOff x="244475" y="1388929"/>
            <a:chExt cx="6620829" cy="921736"/>
          </a:xfrm>
        </p:grpSpPr>
        <p:sp>
          <p:nvSpPr>
            <p:cNvPr id="6" name="矩形 5">
              <a:extLst>
                <a:ext uri="{FF2B5EF4-FFF2-40B4-BE49-F238E27FC236}">
                  <a16:creationId xmlns:a16="http://schemas.microsoft.com/office/drawing/2014/main" id="{83A8459F-23FA-FBAF-70CC-4F303FC46A8C}"/>
                </a:ext>
              </a:extLst>
            </p:cNvPr>
            <p:cNvSpPr/>
            <p:nvPr/>
          </p:nvSpPr>
          <p:spPr>
            <a:xfrm>
              <a:off x="244475" y="1707630"/>
              <a:ext cx="1656230" cy="2769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微软雅黑" panose="020B0503020204020204" pitchFamily="34" charset="-122"/>
                  <a:ea typeface="微软雅黑" panose="020B0503020204020204" pitchFamily="34" charset="-122"/>
                </a:rPr>
                <a:t>己</a:t>
              </a:r>
              <a:r>
                <a:rPr lang="en-US" altLang="zh-CN" sz="1200" dirty="0">
                  <a:solidFill>
                    <a:sysClr val="windowText" lastClr="000000"/>
                  </a:solidFill>
                  <a:latin typeface="微软雅黑" panose="020B0503020204020204" pitchFamily="34" charset="-122"/>
                  <a:ea typeface="微软雅黑" panose="020B0503020204020204" pitchFamily="34" charset="-122"/>
                </a:rPr>
                <a:t>-</a:t>
              </a:r>
              <a:r>
                <a:rPr lang="zh-CN" altLang="en-US" sz="1200" dirty="0">
                  <a:solidFill>
                    <a:sysClr val="windowText" lastClr="000000"/>
                  </a:solidFill>
                  <a:latin typeface="微软雅黑" panose="020B0503020204020204" pitchFamily="34" charset="-122"/>
                  <a:ea typeface="微软雅黑" panose="020B0503020204020204" pitchFamily="34" charset="-122"/>
                </a:rPr>
                <a:t>水溶液降温结晶</a:t>
              </a:r>
            </a:p>
          </p:txBody>
        </p:sp>
        <p:cxnSp>
          <p:nvCxnSpPr>
            <p:cNvPr id="10" name="直接箭头连接符 9">
              <a:extLst>
                <a:ext uri="{FF2B5EF4-FFF2-40B4-BE49-F238E27FC236}">
                  <a16:creationId xmlns:a16="http://schemas.microsoft.com/office/drawing/2014/main" id="{32EE451B-7DDE-F5AD-8D57-E841BED68138}"/>
                </a:ext>
              </a:extLst>
            </p:cNvPr>
            <p:cNvCxnSpPr>
              <a:cxnSpLocks/>
            </p:cNvCxnSpPr>
            <p:nvPr/>
          </p:nvCxnSpPr>
          <p:spPr>
            <a:xfrm>
              <a:off x="1907630" y="1846129"/>
              <a:ext cx="1296180" cy="5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A0EF4FBA-3D88-9D44-84F2-9DDC9AE329F7}"/>
                </a:ext>
              </a:extLst>
            </p:cNvPr>
            <p:cNvSpPr txBox="1"/>
            <p:nvPr/>
          </p:nvSpPr>
          <p:spPr>
            <a:xfrm>
              <a:off x="2123660" y="1554376"/>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效果不好</a:t>
              </a:r>
            </a:p>
          </p:txBody>
        </p:sp>
        <p:sp>
          <p:nvSpPr>
            <p:cNvPr id="14" name="矩形 13">
              <a:extLst>
                <a:ext uri="{FF2B5EF4-FFF2-40B4-BE49-F238E27FC236}">
                  <a16:creationId xmlns:a16="http://schemas.microsoft.com/office/drawing/2014/main" id="{E10B53F9-0BA1-645A-6929-8EEDDD87A75E}"/>
                </a:ext>
              </a:extLst>
            </p:cNvPr>
            <p:cNvSpPr/>
            <p:nvPr/>
          </p:nvSpPr>
          <p:spPr>
            <a:xfrm>
              <a:off x="3203810" y="1713150"/>
              <a:ext cx="1656230" cy="2769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微软雅黑" panose="020B0503020204020204" pitchFamily="34" charset="-122"/>
                  <a:ea typeface="微软雅黑" panose="020B0503020204020204" pitchFamily="34" charset="-122"/>
                </a:rPr>
                <a:t>开发有机溶剂重结晶</a:t>
              </a:r>
            </a:p>
          </p:txBody>
        </p:sp>
        <p:cxnSp>
          <p:nvCxnSpPr>
            <p:cNvPr id="16" name="直接箭头连接符 15">
              <a:extLst>
                <a:ext uri="{FF2B5EF4-FFF2-40B4-BE49-F238E27FC236}">
                  <a16:creationId xmlns:a16="http://schemas.microsoft.com/office/drawing/2014/main" id="{A736C0EA-B80C-1CA6-D7C3-F56307194610}"/>
                </a:ext>
              </a:extLst>
            </p:cNvPr>
            <p:cNvCxnSpPr>
              <a:cxnSpLocks/>
            </p:cNvCxnSpPr>
            <p:nvPr/>
          </p:nvCxnSpPr>
          <p:spPr>
            <a:xfrm>
              <a:off x="4860040" y="1848889"/>
              <a:ext cx="1296180" cy="5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左大括号 16">
              <a:extLst>
                <a:ext uri="{FF2B5EF4-FFF2-40B4-BE49-F238E27FC236}">
                  <a16:creationId xmlns:a16="http://schemas.microsoft.com/office/drawing/2014/main" id="{C71842FB-76FF-3E0F-927F-A6CDB3102CAF}"/>
                </a:ext>
              </a:extLst>
            </p:cNvPr>
            <p:cNvSpPr/>
            <p:nvPr/>
          </p:nvSpPr>
          <p:spPr>
            <a:xfrm>
              <a:off x="6142397" y="1388929"/>
              <a:ext cx="155448" cy="914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221BB4C2-301A-77EB-B186-18195CA893F1}"/>
                </a:ext>
              </a:extLst>
            </p:cNvPr>
            <p:cNvSpPr txBox="1"/>
            <p:nvPr/>
          </p:nvSpPr>
          <p:spPr>
            <a:xfrm>
              <a:off x="5139971" y="1554375"/>
              <a:ext cx="800219"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溶剂选择</a:t>
              </a:r>
            </a:p>
          </p:txBody>
        </p:sp>
        <p:sp>
          <p:nvSpPr>
            <p:cNvPr id="19" name="文本框 18">
              <a:extLst>
                <a:ext uri="{FF2B5EF4-FFF2-40B4-BE49-F238E27FC236}">
                  <a16:creationId xmlns:a16="http://schemas.microsoft.com/office/drawing/2014/main" id="{20C78123-7385-4465-1043-4713B1C5C654}"/>
                </a:ext>
              </a:extLst>
            </p:cNvPr>
            <p:cNvSpPr txBox="1"/>
            <p:nvPr/>
          </p:nvSpPr>
          <p:spPr>
            <a:xfrm>
              <a:off x="6205150" y="1393374"/>
              <a:ext cx="338554"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苯</a:t>
              </a:r>
            </a:p>
          </p:txBody>
        </p:sp>
        <p:sp>
          <p:nvSpPr>
            <p:cNvPr id="20" name="文本框 19">
              <a:extLst>
                <a:ext uri="{FF2B5EF4-FFF2-40B4-BE49-F238E27FC236}">
                  <a16:creationId xmlns:a16="http://schemas.microsoft.com/office/drawing/2014/main" id="{AF0F35C1-EA14-E6CD-3C9E-8571BD67D73B}"/>
                </a:ext>
              </a:extLst>
            </p:cNvPr>
            <p:cNvSpPr txBox="1"/>
            <p:nvPr/>
          </p:nvSpPr>
          <p:spPr>
            <a:xfrm>
              <a:off x="6205150" y="1608453"/>
              <a:ext cx="492443"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甲苯</a:t>
              </a:r>
            </a:p>
          </p:txBody>
        </p:sp>
        <p:sp>
          <p:nvSpPr>
            <p:cNvPr id="21" name="文本框 20">
              <a:extLst>
                <a:ext uri="{FF2B5EF4-FFF2-40B4-BE49-F238E27FC236}">
                  <a16:creationId xmlns:a16="http://schemas.microsoft.com/office/drawing/2014/main" id="{24B26931-FF28-7DCE-C7F1-17A1A9128DCD}"/>
                </a:ext>
              </a:extLst>
            </p:cNvPr>
            <p:cNvSpPr txBox="1"/>
            <p:nvPr/>
          </p:nvSpPr>
          <p:spPr>
            <a:xfrm>
              <a:off x="6218973" y="1823532"/>
              <a:ext cx="646331"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环己烷</a:t>
              </a:r>
            </a:p>
          </p:txBody>
        </p:sp>
        <p:sp>
          <p:nvSpPr>
            <p:cNvPr id="22" name="文本框 21">
              <a:extLst>
                <a:ext uri="{FF2B5EF4-FFF2-40B4-BE49-F238E27FC236}">
                  <a16:creationId xmlns:a16="http://schemas.microsoft.com/office/drawing/2014/main" id="{8A9CC051-523D-580E-6507-EB9731DC10EE}"/>
                </a:ext>
              </a:extLst>
            </p:cNvPr>
            <p:cNvSpPr txBox="1"/>
            <p:nvPr/>
          </p:nvSpPr>
          <p:spPr>
            <a:xfrm>
              <a:off x="6218973" y="2033666"/>
              <a:ext cx="646331"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石油醚</a:t>
              </a:r>
            </a:p>
          </p:txBody>
        </p:sp>
      </p:grpSp>
      <p:sp>
        <p:nvSpPr>
          <p:cNvPr id="24" name="文本框 23">
            <a:extLst>
              <a:ext uri="{FF2B5EF4-FFF2-40B4-BE49-F238E27FC236}">
                <a16:creationId xmlns:a16="http://schemas.microsoft.com/office/drawing/2014/main" id="{A0CFE0E4-0924-E5AE-DE97-8021E2A7090E}"/>
              </a:ext>
            </a:extLst>
          </p:cNvPr>
          <p:cNvSpPr txBox="1"/>
          <p:nvPr/>
        </p:nvSpPr>
        <p:spPr>
          <a:xfrm>
            <a:off x="117475" y="2743453"/>
            <a:ext cx="7766985" cy="1015663"/>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程</a:t>
            </a:r>
            <a:r>
              <a:rPr lang="en-US" altLang="zh-CN" sz="1200" baseline="300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等人通过将含</a:t>
            </a:r>
            <a:r>
              <a:rPr lang="en-US" altLang="zh-CN" sz="1200" dirty="0">
                <a:latin typeface="微软雅黑" panose="020B0503020204020204" pitchFamily="34" charset="-122"/>
                <a:ea typeface="微软雅黑" panose="020B0503020204020204" pitchFamily="34" charset="-122"/>
              </a:rPr>
              <a:t>ε-</a:t>
            </a:r>
            <a:r>
              <a:rPr lang="zh-CN" altLang="en-US" sz="1200" dirty="0">
                <a:latin typeface="微软雅黑" panose="020B0503020204020204" pitchFamily="34" charset="-122"/>
                <a:ea typeface="微软雅黑" panose="020B0503020204020204" pitchFamily="34" charset="-122"/>
              </a:rPr>
              <a:t>己内酰胺粗产品的含醚混合溶剂的溶液与晶种接触，接触处理在含</a:t>
            </a:r>
            <a:r>
              <a:rPr lang="en-US" altLang="zh-CN" sz="1200" dirty="0">
                <a:latin typeface="微软雅黑" panose="020B0503020204020204" pitchFamily="34" charset="-122"/>
                <a:ea typeface="微软雅黑" panose="020B0503020204020204" pitchFamily="34" charset="-122"/>
              </a:rPr>
              <a:t>ε-</a:t>
            </a:r>
            <a:r>
              <a:rPr lang="zh-CN" altLang="en-US" sz="1200" dirty="0">
                <a:latin typeface="微软雅黑" panose="020B0503020204020204" pitchFamily="34" charset="-122"/>
                <a:ea typeface="微软雅黑" panose="020B0503020204020204" pitchFamily="34" charset="-122"/>
              </a:rPr>
              <a:t>己内酰胺粗产品的含醚混合溶剂的溶液的介稳区内</a:t>
            </a:r>
            <a:r>
              <a:rPr lang="en-US" altLang="zh-CN" sz="1200" dirty="0">
                <a:latin typeface="微软雅黑" panose="020B0503020204020204" pitchFamily="34" charset="-122"/>
                <a:ea typeface="微软雅黑" panose="020B0503020204020204" pitchFamily="34" charset="-122"/>
              </a:rPr>
              <a:t>45-62</a:t>
            </a:r>
            <a:r>
              <a:rPr lang="zh-CN" altLang="en-US" sz="1200" dirty="0">
                <a:latin typeface="微软雅黑" panose="020B0503020204020204" pitchFamily="34" charset="-122"/>
                <a:ea typeface="微软雅黑" panose="020B0503020204020204" pitchFamily="34" charset="-122"/>
              </a:rPr>
              <a:t>℃温度区间进行，得到晶形完整和大颗粒的晶体 。</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介稳区：在饱和溶解度曲线与过饱和溶解度曲线之间的区域</a:t>
            </a:r>
            <a:endParaRPr lang="en-US" altLang="zh-CN" sz="1200"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B3CBEDED-70EF-7046-3D1B-0B16FAFBF908}"/>
              </a:ext>
            </a:extLst>
          </p:cNvPr>
          <p:cNvSpPr txBox="1"/>
          <p:nvPr/>
        </p:nvSpPr>
        <p:spPr>
          <a:xfrm>
            <a:off x="1232626" y="4702810"/>
            <a:ext cx="3983783" cy="184666"/>
          </a:xfrm>
          <a:prstGeom prst="rect">
            <a:avLst/>
          </a:prstGeom>
          <a:noFill/>
        </p:spPr>
        <p:txBody>
          <a:bodyPr wrap="none" rtlCol="0">
            <a:spAutoFit/>
          </a:bodyPr>
          <a:lstStyle/>
          <a:p>
            <a:r>
              <a:rPr lang="en-US" altLang="zh-CN" sz="600" dirty="0">
                <a:latin typeface="微软雅黑" panose="020B0503020204020204" pitchFamily="34" charset="-122"/>
                <a:ea typeface="微软雅黑" panose="020B0503020204020204" pitchFamily="34" charset="-122"/>
              </a:rPr>
              <a:t>[1]</a:t>
            </a:r>
            <a:r>
              <a:rPr lang="zh-CN" altLang="en-US" sz="600" dirty="0">
                <a:latin typeface="微软雅黑" panose="020B0503020204020204" pitchFamily="34" charset="-122"/>
                <a:ea typeface="微软雅黑" panose="020B0503020204020204" pitchFamily="34" charset="-122"/>
              </a:rPr>
              <a:t>程时标</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谢丽</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张树忠</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等</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一种己内酰胺的结晶精制方法和制备方法</a:t>
            </a:r>
            <a:r>
              <a:rPr lang="en-US" altLang="zh-CN" sz="600" dirty="0">
                <a:latin typeface="微软雅黑" panose="020B0503020204020204" pitchFamily="34" charset="-122"/>
                <a:ea typeface="微软雅黑" panose="020B0503020204020204" pitchFamily="34" charset="-122"/>
              </a:rPr>
              <a:t>[P].</a:t>
            </a:r>
            <a:r>
              <a:rPr lang="zh-CN" altLang="en-US" sz="600" dirty="0">
                <a:latin typeface="微软雅黑" panose="020B0503020204020204" pitchFamily="34" charset="-122"/>
                <a:ea typeface="微软雅黑" panose="020B0503020204020204" pitchFamily="34" charset="-122"/>
              </a:rPr>
              <a:t>北京市</a:t>
            </a:r>
            <a:r>
              <a:rPr lang="en-US" altLang="zh-CN" sz="600" dirty="0">
                <a:latin typeface="微软雅黑" panose="020B0503020204020204" pitchFamily="34" charset="-122"/>
                <a:ea typeface="微软雅黑" panose="020B0503020204020204" pitchFamily="34" charset="-122"/>
              </a:rPr>
              <a:t>:CN201210217072.2,2016-08-03.</a:t>
            </a:r>
            <a:endParaRPr lang="zh-CN" altLang="en-US" sz="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918743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21</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E50BC945-A4DF-749F-D885-616987DB669C}"/>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气相重排反应产物中己内酰胺精制分离流程</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41CE66A0-4829-F332-2E4C-69FAF1734A7C}"/>
              </a:ext>
            </a:extLst>
          </p:cNvPr>
          <p:cNvSpPr txBox="1"/>
          <p:nvPr/>
        </p:nvSpPr>
        <p:spPr>
          <a:xfrm>
            <a:off x="0" y="622400"/>
            <a:ext cx="6542176"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Xie</a:t>
            </a:r>
            <a:r>
              <a:rPr lang="en-US" altLang="zh-CN" sz="1200" baseline="300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等人采用液相贝克曼重排反应产物的精制路线，对气相重排产物粗己内酰胺进行精制研究</a:t>
            </a:r>
            <a:endParaRPr lang="zh-CN" altLang="en-US" sz="1200" baseline="30000" dirty="0">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85797FEB-2B50-283B-673D-959961B8698E}"/>
              </a:ext>
            </a:extLst>
          </p:cNvPr>
          <p:cNvGrpSpPr/>
          <p:nvPr/>
        </p:nvGrpSpPr>
        <p:grpSpPr>
          <a:xfrm>
            <a:off x="1590741" y="1139441"/>
            <a:ext cx="5330923" cy="1073158"/>
            <a:chOff x="485912" y="1541382"/>
            <a:chExt cx="5330923" cy="1073158"/>
          </a:xfrm>
        </p:grpSpPr>
        <p:sp>
          <p:nvSpPr>
            <p:cNvPr id="10" name="文本框 9">
              <a:extLst>
                <a:ext uri="{FF2B5EF4-FFF2-40B4-BE49-F238E27FC236}">
                  <a16:creationId xmlns:a16="http://schemas.microsoft.com/office/drawing/2014/main" id="{38947905-A5CD-BDF7-2A2D-B1DB48AC9DBA}"/>
                </a:ext>
              </a:extLst>
            </p:cNvPr>
            <p:cNvSpPr txBox="1"/>
            <p:nvPr/>
          </p:nvSpPr>
          <p:spPr>
            <a:xfrm>
              <a:off x="485912" y="1606061"/>
              <a:ext cx="1261884"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气相重排粗产物</a:t>
              </a:r>
            </a:p>
          </p:txBody>
        </p:sp>
        <p:grpSp>
          <p:nvGrpSpPr>
            <p:cNvPr id="11" name="组合 10">
              <a:extLst>
                <a:ext uri="{FF2B5EF4-FFF2-40B4-BE49-F238E27FC236}">
                  <a16:creationId xmlns:a16="http://schemas.microsoft.com/office/drawing/2014/main" id="{46E319DA-85C2-2CB1-562F-1C3D8E1351F9}"/>
                </a:ext>
              </a:extLst>
            </p:cNvPr>
            <p:cNvGrpSpPr/>
            <p:nvPr/>
          </p:nvGrpSpPr>
          <p:grpSpPr>
            <a:xfrm>
              <a:off x="897401" y="1541382"/>
              <a:ext cx="4919434" cy="1073158"/>
              <a:chOff x="525926" y="1072459"/>
              <a:chExt cx="4919434" cy="1073158"/>
            </a:xfrm>
          </p:grpSpPr>
          <p:grpSp>
            <p:nvGrpSpPr>
              <p:cNvPr id="12" name="组合 11">
                <a:extLst>
                  <a:ext uri="{FF2B5EF4-FFF2-40B4-BE49-F238E27FC236}">
                    <a16:creationId xmlns:a16="http://schemas.microsoft.com/office/drawing/2014/main" id="{8815D4B6-D66E-9759-B374-5E2F2C8476F2}"/>
                  </a:ext>
                </a:extLst>
              </p:cNvPr>
              <p:cNvGrpSpPr/>
              <p:nvPr/>
            </p:nvGrpSpPr>
            <p:grpSpPr>
              <a:xfrm>
                <a:off x="1301261" y="1137138"/>
                <a:ext cx="1107832" cy="300082"/>
                <a:chOff x="1301261" y="1137138"/>
                <a:chExt cx="1107832" cy="300082"/>
              </a:xfrm>
            </p:grpSpPr>
            <p:cxnSp>
              <p:nvCxnSpPr>
                <p:cNvPr id="30" name="直接箭头连接符 29">
                  <a:extLst>
                    <a:ext uri="{FF2B5EF4-FFF2-40B4-BE49-F238E27FC236}">
                      <a16:creationId xmlns:a16="http://schemas.microsoft.com/office/drawing/2014/main" id="{6C6081E4-99BD-9538-3EB1-3B90A392E020}"/>
                    </a:ext>
                  </a:extLst>
                </p:cNvPr>
                <p:cNvCxnSpPr>
                  <a:cxnSpLocks/>
                </p:cNvCxnSpPr>
                <p:nvPr/>
              </p:nvCxnSpPr>
              <p:spPr>
                <a:xfrm>
                  <a:off x="1301261" y="1275456"/>
                  <a:ext cx="4806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0CC718B7-30F3-2B7E-9FC1-6A946F30DD3E}"/>
                    </a:ext>
                  </a:extLst>
                </p:cNvPr>
                <p:cNvSpPr/>
                <p:nvPr/>
              </p:nvSpPr>
              <p:spPr>
                <a:xfrm>
                  <a:off x="1781908" y="1137138"/>
                  <a:ext cx="627185" cy="300082"/>
                </a:xfrm>
                <a:prstGeom prst="rect">
                  <a:avLst/>
                </a:prstGeom>
                <a:noFill/>
                <a:ln w="19050">
                  <a:solidFill>
                    <a:srgbClr val="0F6FC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微软雅黑" panose="020B0503020204020204" pitchFamily="34" charset="-122"/>
                      <a:ea typeface="微软雅黑" panose="020B0503020204020204" pitchFamily="34" charset="-122"/>
                    </a:rPr>
                    <a:t>蒸馏</a:t>
                  </a:r>
                </a:p>
              </p:txBody>
            </p:sp>
          </p:grpSp>
          <p:grpSp>
            <p:nvGrpSpPr>
              <p:cNvPr id="13" name="组合 12">
                <a:extLst>
                  <a:ext uri="{FF2B5EF4-FFF2-40B4-BE49-F238E27FC236}">
                    <a16:creationId xmlns:a16="http://schemas.microsoft.com/office/drawing/2014/main" id="{B03371F5-BAA3-15FD-E7FB-DCA8EE7D9D1E}"/>
                  </a:ext>
                </a:extLst>
              </p:cNvPr>
              <p:cNvGrpSpPr/>
              <p:nvPr/>
            </p:nvGrpSpPr>
            <p:grpSpPr>
              <a:xfrm>
                <a:off x="2409092" y="1072459"/>
                <a:ext cx="1682261" cy="395148"/>
                <a:chOff x="1301261" y="1072459"/>
                <a:chExt cx="1107832" cy="395148"/>
              </a:xfrm>
            </p:grpSpPr>
            <p:cxnSp>
              <p:nvCxnSpPr>
                <p:cNvPr id="28" name="直接箭头连接符 27">
                  <a:extLst>
                    <a:ext uri="{FF2B5EF4-FFF2-40B4-BE49-F238E27FC236}">
                      <a16:creationId xmlns:a16="http://schemas.microsoft.com/office/drawing/2014/main" id="{7424C0BB-B69D-6ED5-1262-E428986F3BF7}"/>
                    </a:ext>
                  </a:extLst>
                </p:cNvPr>
                <p:cNvCxnSpPr>
                  <a:cxnSpLocks/>
                </p:cNvCxnSpPr>
                <p:nvPr/>
              </p:nvCxnSpPr>
              <p:spPr>
                <a:xfrm>
                  <a:off x="1301261" y="1275456"/>
                  <a:ext cx="4806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09E06B03-D334-62A1-1A9F-02DDABA4846B}"/>
                    </a:ext>
                  </a:extLst>
                </p:cNvPr>
                <p:cNvSpPr/>
                <p:nvPr/>
              </p:nvSpPr>
              <p:spPr>
                <a:xfrm>
                  <a:off x="1781908" y="1072459"/>
                  <a:ext cx="627185" cy="395148"/>
                </a:xfrm>
                <a:prstGeom prst="rect">
                  <a:avLst/>
                </a:prstGeom>
                <a:noFill/>
                <a:ln w="19050">
                  <a:solidFill>
                    <a:srgbClr val="0F6FC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微软雅黑" panose="020B0503020204020204" pitchFamily="34" charset="-122"/>
                      <a:ea typeface="微软雅黑" panose="020B0503020204020204" pitchFamily="34" charset="-122"/>
                    </a:rPr>
                    <a:t>苯溶解、</a:t>
                  </a:r>
                  <a:endParaRPr lang="en-US" altLang="zh-CN" sz="1200" dirty="0">
                    <a:solidFill>
                      <a:sysClr val="windowText" lastClr="000000"/>
                    </a:solidFill>
                    <a:latin typeface="微软雅黑" panose="020B0503020204020204" pitchFamily="34" charset="-122"/>
                    <a:ea typeface="微软雅黑" panose="020B0503020204020204" pitchFamily="34" charset="-122"/>
                  </a:endParaRPr>
                </a:p>
                <a:p>
                  <a:pPr algn="ctr"/>
                  <a:r>
                    <a:rPr lang="zh-CN" altLang="en-US" sz="1200" dirty="0">
                      <a:solidFill>
                        <a:sysClr val="windowText" lastClr="000000"/>
                      </a:solidFill>
                      <a:latin typeface="微软雅黑" panose="020B0503020204020204" pitchFamily="34" charset="-122"/>
                      <a:ea typeface="微软雅黑" panose="020B0503020204020204" pitchFamily="34" charset="-122"/>
                    </a:rPr>
                    <a:t>水洗</a:t>
                  </a:r>
                </a:p>
              </p:txBody>
            </p:sp>
          </p:grpSp>
          <p:grpSp>
            <p:nvGrpSpPr>
              <p:cNvPr id="14" name="组合 13">
                <a:extLst>
                  <a:ext uri="{FF2B5EF4-FFF2-40B4-BE49-F238E27FC236}">
                    <a16:creationId xmlns:a16="http://schemas.microsoft.com/office/drawing/2014/main" id="{E32C4D0F-48CE-B29C-A375-3AF41E9DD92D}"/>
                  </a:ext>
                </a:extLst>
              </p:cNvPr>
              <p:cNvGrpSpPr/>
              <p:nvPr/>
            </p:nvGrpSpPr>
            <p:grpSpPr>
              <a:xfrm rot="5400000">
                <a:off x="4658065" y="1348117"/>
                <a:ext cx="695160" cy="873365"/>
                <a:chOff x="1301259" y="718723"/>
                <a:chExt cx="695160" cy="873365"/>
              </a:xfrm>
            </p:grpSpPr>
            <p:cxnSp>
              <p:nvCxnSpPr>
                <p:cNvPr id="26" name="直接箭头连接符 25">
                  <a:extLst>
                    <a:ext uri="{FF2B5EF4-FFF2-40B4-BE49-F238E27FC236}">
                      <a16:creationId xmlns:a16="http://schemas.microsoft.com/office/drawing/2014/main" id="{19FBF5E2-1B6A-3FA2-1359-7BE295A17656}"/>
                    </a:ext>
                  </a:extLst>
                </p:cNvPr>
                <p:cNvCxnSpPr>
                  <a:cxnSpLocks/>
                  <a:stCxn id="25" idx="2"/>
                  <a:endCxn id="27" idx="0"/>
                </p:cNvCxnSpPr>
                <p:nvPr/>
              </p:nvCxnSpPr>
              <p:spPr>
                <a:xfrm rot="16200000" flipH="1">
                  <a:off x="1497280" y="956350"/>
                  <a:ext cx="3035" cy="3950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91657B7F-CE3F-9AD8-CDB5-3F685E652A27}"/>
                    </a:ext>
                  </a:extLst>
                </p:cNvPr>
                <p:cNvSpPr/>
                <p:nvPr/>
              </p:nvSpPr>
              <p:spPr>
                <a:xfrm rot="16200000">
                  <a:off x="1409695" y="1005365"/>
                  <a:ext cx="873365" cy="300082"/>
                </a:xfrm>
                <a:prstGeom prst="rect">
                  <a:avLst/>
                </a:prstGeom>
                <a:noFill/>
                <a:ln w="19050">
                  <a:solidFill>
                    <a:srgbClr val="0F6FC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微软雅黑" panose="020B0503020204020204" pitchFamily="34" charset="-122"/>
                      <a:ea typeface="微软雅黑" panose="020B0503020204020204" pitchFamily="34" charset="-122"/>
                    </a:rPr>
                    <a:t>离子交换</a:t>
                  </a:r>
                </a:p>
              </p:txBody>
            </p:sp>
          </p:grpSp>
          <p:grpSp>
            <p:nvGrpSpPr>
              <p:cNvPr id="15" name="组合 14">
                <a:extLst>
                  <a:ext uri="{FF2B5EF4-FFF2-40B4-BE49-F238E27FC236}">
                    <a16:creationId xmlns:a16="http://schemas.microsoft.com/office/drawing/2014/main" id="{C00365EA-657F-E5D6-ED10-C630DCA49C33}"/>
                  </a:ext>
                </a:extLst>
              </p:cNvPr>
              <p:cNvGrpSpPr/>
              <p:nvPr/>
            </p:nvGrpSpPr>
            <p:grpSpPr>
              <a:xfrm>
                <a:off x="4091353" y="1137138"/>
                <a:ext cx="1354007" cy="300082"/>
                <a:chOff x="1301261" y="1137138"/>
                <a:chExt cx="1354007" cy="300082"/>
              </a:xfrm>
            </p:grpSpPr>
            <p:cxnSp>
              <p:nvCxnSpPr>
                <p:cNvPr id="24" name="直接箭头连接符 23">
                  <a:extLst>
                    <a:ext uri="{FF2B5EF4-FFF2-40B4-BE49-F238E27FC236}">
                      <a16:creationId xmlns:a16="http://schemas.microsoft.com/office/drawing/2014/main" id="{0E60DDE4-F32B-A6EC-3C79-181744E27E32}"/>
                    </a:ext>
                  </a:extLst>
                </p:cNvPr>
                <p:cNvCxnSpPr>
                  <a:cxnSpLocks/>
                </p:cNvCxnSpPr>
                <p:nvPr/>
              </p:nvCxnSpPr>
              <p:spPr>
                <a:xfrm>
                  <a:off x="1301261" y="1275456"/>
                  <a:ext cx="4806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E880EB72-446F-2C1D-A830-1217993152C7}"/>
                    </a:ext>
                  </a:extLst>
                </p:cNvPr>
                <p:cNvSpPr/>
                <p:nvPr/>
              </p:nvSpPr>
              <p:spPr>
                <a:xfrm>
                  <a:off x="1781907" y="1137138"/>
                  <a:ext cx="873361" cy="300082"/>
                </a:xfrm>
                <a:prstGeom prst="rect">
                  <a:avLst/>
                </a:prstGeom>
                <a:noFill/>
                <a:ln w="19050">
                  <a:solidFill>
                    <a:srgbClr val="0F6FC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微软雅黑" panose="020B0503020204020204" pitchFamily="34" charset="-122"/>
                      <a:ea typeface="微软雅黑" panose="020B0503020204020204" pitchFamily="34" charset="-122"/>
                    </a:rPr>
                    <a:t>水萃取</a:t>
                  </a:r>
                </a:p>
              </p:txBody>
            </p:sp>
          </p:grpSp>
          <p:grpSp>
            <p:nvGrpSpPr>
              <p:cNvPr id="16" name="组合 15">
                <a:extLst>
                  <a:ext uri="{FF2B5EF4-FFF2-40B4-BE49-F238E27FC236}">
                    <a16:creationId xmlns:a16="http://schemas.microsoft.com/office/drawing/2014/main" id="{342AEEA3-10A0-5505-D08B-36CCE764B304}"/>
                  </a:ext>
                </a:extLst>
              </p:cNvPr>
              <p:cNvGrpSpPr/>
              <p:nvPr/>
            </p:nvGrpSpPr>
            <p:grpSpPr>
              <a:xfrm rot="10800000">
                <a:off x="3361371" y="1831150"/>
                <a:ext cx="1207591" cy="300082"/>
                <a:chOff x="1304299" y="1223857"/>
                <a:chExt cx="1207591" cy="300082"/>
              </a:xfrm>
            </p:grpSpPr>
            <p:cxnSp>
              <p:nvCxnSpPr>
                <p:cNvPr id="22" name="直接箭头连接符 21">
                  <a:extLst>
                    <a:ext uri="{FF2B5EF4-FFF2-40B4-BE49-F238E27FC236}">
                      <a16:creationId xmlns:a16="http://schemas.microsoft.com/office/drawing/2014/main" id="{EEC13B1C-8B6E-E9B2-8AD5-20DD83CACE09}"/>
                    </a:ext>
                  </a:extLst>
                </p:cNvPr>
                <p:cNvCxnSpPr>
                  <a:cxnSpLocks/>
                  <a:stCxn id="27" idx="1"/>
                </p:cNvCxnSpPr>
                <p:nvPr/>
              </p:nvCxnSpPr>
              <p:spPr>
                <a:xfrm rot="10800000" flipH="1" flipV="1">
                  <a:off x="1304299" y="1372751"/>
                  <a:ext cx="580405" cy="36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A6964D5A-91BF-DAE4-CF9E-B3ECE2055134}"/>
                    </a:ext>
                  </a:extLst>
                </p:cNvPr>
                <p:cNvSpPr/>
                <p:nvPr/>
              </p:nvSpPr>
              <p:spPr>
                <a:xfrm rot="10800000">
                  <a:off x="1884705" y="1223857"/>
                  <a:ext cx="627185" cy="300082"/>
                </a:xfrm>
                <a:prstGeom prst="rect">
                  <a:avLst/>
                </a:prstGeom>
                <a:noFill/>
                <a:ln w="19050">
                  <a:solidFill>
                    <a:srgbClr val="0F6FC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微软雅黑" panose="020B0503020204020204" pitchFamily="34" charset="-122"/>
                      <a:ea typeface="微软雅黑" panose="020B0503020204020204" pitchFamily="34" charset="-122"/>
                    </a:rPr>
                    <a:t>加氢</a:t>
                  </a:r>
                </a:p>
              </p:txBody>
            </p:sp>
          </p:grpSp>
          <p:grpSp>
            <p:nvGrpSpPr>
              <p:cNvPr id="17" name="组合 16">
                <a:extLst>
                  <a:ext uri="{FF2B5EF4-FFF2-40B4-BE49-F238E27FC236}">
                    <a16:creationId xmlns:a16="http://schemas.microsoft.com/office/drawing/2014/main" id="{4C3887CC-8457-5E7C-536D-37B882960E78}"/>
                  </a:ext>
                </a:extLst>
              </p:cNvPr>
              <p:cNvGrpSpPr/>
              <p:nvPr/>
            </p:nvGrpSpPr>
            <p:grpSpPr>
              <a:xfrm rot="10800000">
                <a:off x="1773265" y="1845535"/>
                <a:ext cx="1588106" cy="300082"/>
                <a:chOff x="1404058" y="1207477"/>
                <a:chExt cx="1588106" cy="300082"/>
              </a:xfrm>
            </p:grpSpPr>
            <p:cxnSp>
              <p:nvCxnSpPr>
                <p:cNvPr id="20" name="直接箭头连接符 19">
                  <a:extLst>
                    <a:ext uri="{FF2B5EF4-FFF2-40B4-BE49-F238E27FC236}">
                      <a16:creationId xmlns:a16="http://schemas.microsoft.com/office/drawing/2014/main" id="{91937F99-4AEA-87EB-1DAC-05C7032EB6B6}"/>
                    </a:ext>
                  </a:extLst>
                </p:cNvPr>
                <p:cNvCxnSpPr>
                  <a:cxnSpLocks/>
                </p:cNvCxnSpPr>
                <p:nvPr/>
              </p:nvCxnSpPr>
              <p:spPr>
                <a:xfrm rot="10800000" flipH="1">
                  <a:off x="1404058" y="1371903"/>
                  <a:ext cx="9522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54251B9F-03FC-5398-8F75-EE47F4B507BE}"/>
                    </a:ext>
                  </a:extLst>
                </p:cNvPr>
                <p:cNvSpPr/>
                <p:nvPr/>
              </p:nvSpPr>
              <p:spPr>
                <a:xfrm rot="10800000">
                  <a:off x="2364979" y="1207477"/>
                  <a:ext cx="627185" cy="300082"/>
                </a:xfrm>
                <a:prstGeom prst="rect">
                  <a:avLst/>
                </a:prstGeom>
                <a:noFill/>
                <a:ln w="19050">
                  <a:solidFill>
                    <a:srgbClr val="0F6FC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微软雅黑" panose="020B0503020204020204" pitchFamily="34" charset="-122"/>
                      <a:ea typeface="微软雅黑" panose="020B0503020204020204" pitchFamily="34" charset="-122"/>
                    </a:rPr>
                    <a:t>蒸馏</a:t>
                  </a:r>
                </a:p>
              </p:txBody>
            </p:sp>
          </p:grpSp>
          <p:cxnSp>
            <p:nvCxnSpPr>
              <p:cNvPr id="18" name="直接箭头连接符 17">
                <a:extLst>
                  <a:ext uri="{FF2B5EF4-FFF2-40B4-BE49-F238E27FC236}">
                    <a16:creationId xmlns:a16="http://schemas.microsoft.com/office/drawing/2014/main" id="{C8793E15-9F54-F3FF-BF89-93E2D10BEE0F}"/>
                  </a:ext>
                </a:extLst>
              </p:cNvPr>
              <p:cNvCxnSpPr>
                <a:cxnSpLocks/>
              </p:cNvCxnSpPr>
              <p:nvPr/>
            </p:nvCxnSpPr>
            <p:spPr>
              <a:xfrm flipH="1">
                <a:off x="1223598" y="1995577"/>
                <a:ext cx="5583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157840C4-7165-765C-7935-3C55648CE836}"/>
                  </a:ext>
                </a:extLst>
              </p:cNvPr>
              <p:cNvSpPr txBox="1"/>
              <p:nvPr/>
            </p:nvSpPr>
            <p:spPr>
              <a:xfrm>
                <a:off x="525926" y="1857077"/>
                <a:ext cx="768159" cy="276999"/>
              </a:xfrm>
              <a:prstGeom prst="rect">
                <a:avLst/>
              </a:prstGeom>
              <a:noFill/>
            </p:spPr>
            <p:txBody>
              <a:bodyPr wrap="none" rtlCol="0">
                <a:spAutoFit/>
              </a:bodyPr>
              <a:lstStyle/>
              <a:p>
                <a:r>
                  <a:rPr lang="en-US" altLang="zh-CN" sz="1200" dirty="0">
                    <a:latin typeface="微软雅黑" panose="020B0503020204020204" pitchFamily="34" charset="-122"/>
                    <a:ea typeface="微软雅黑" panose="020B0503020204020204" pitchFamily="34" charset="-122"/>
                  </a:rPr>
                  <a:t>CPL</a:t>
                </a:r>
                <a:r>
                  <a:rPr lang="zh-CN" altLang="en-US" sz="1200" dirty="0">
                    <a:latin typeface="微软雅黑" panose="020B0503020204020204" pitchFamily="34" charset="-122"/>
                    <a:ea typeface="微软雅黑" panose="020B0503020204020204" pitchFamily="34" charset="-122"/>
                  </a:rPr>
                  <a:t>产品</a:t>
                </a:r>
              </a:p>
            </p:txBody>
          </p:sp>
        </p:grpSp>
      </p:grpSp>
      <p:sp>
        <p:nvSpPr>
          <p:cNvPr id="32" name="文本框 31">
            <a:extLst>
              <a:ext uri="{FF2B5EF4-FFF2-40B4-BE49-F238E27FC236}">
                <a16:creationId xmlns:a16="http://schemas.microsoft.com/office/drawing/2014/main" id="{704FFB10-99F0-5550-89CF-2A935C8DD653}"/>
              </a:ext>
            </a:extLst>
          </p:cNvPr>
          <p:cNvSpPr txBox="1"/>
          <p:nvPr/>
        </p:nvSpPr>
        <p:spPr>
          <a:xfrm>
            <a:off x="5001941" y="2499740"/>
            <a:ext cx="3770584" cy="1754326"/>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气相重排粗</a:t>
            </a:r>
            <a:r>
              <a:rPr lang="en-US" altLang="zh-CN" sz="1200" dirty="0">
                <a:latin typeface="微软雅黑" panose="020B0503020204020204" pitchFamily="34" charset="-122"/>
                <a:ea typeface="微软雅黑" panose="020B0503020204020204" pitchFamily="34" charset="-122"/>
              </a:rPr>
              <a:t>CPL</a:t>
            </a:r>
            <a:r>
              <a:rPr lang="zh-CN" altLang="en-US" sz="1200" dirty="0">
                <a:latin typeface="微软雅黑" panose="020B0503020204020204" pitchFamily="34" charset="-122"/>
                <a:ea typeface="微软雅黑" panose="020B0503020204020204" pitchFamily="34" charset="-122"/>
              </a:rPr>
              <a:t>产品经过精制分离后纯度达到</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99.950%</a:t>
            </a:r>
            <a:r>
              <a:rPr lang="zh-CN" altLang="en-US" sz="1200" dirty="0">
                <a:latin typeface="微软雅黑" panose="020B0503020204020204" pitchFamily="34" charset="-122"/>
                <a:ea typeface="微软雅黑" panose="020B0503020204020204" pitchFamily="34" charset="-122"/>
              </a:rPr>
              <a:t>，产品</a:t>
            </a:r>
            <a:r>
              <a:rPr lang="en-US" altLang="zh-CN" sz="1200" dirty="0">
                <a:latin typeface="微软雅黑" panose="020B0503020204020204" pitchFamily="34" charset="-122"/>
                <a:ea typeface="微软雅黑" panose="020B0503020204020204" pitchFamily="34" charset="-122"/>
              </a:rPr>
              <a:t>PM</a:t>
            </a:r>
            <a:r>
              <a:rPr lang="zh-CN" altLang="en-US" sz="1200" dirty="0">
                <a:latin typeface="微软雅黑" panose="020B0503020204020204" pitchFamily="34" charset="-122"/>
                <a:ea typeface="微软雅黑" panose="020B0503020204020204" pitchFamily="34" charset="-122"/>
              </a:rPr>
              <a:t>值和色度达到优级品水平</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，而</a:t>
            </a:r>
            <a:r>
              <a:rPr lang="en-US" altLang="zh-CN" sz="1200" dirty="0">
                <a:latin typeface="微软雅黑" panose="020B0503020204020204" pitchFamily="34" charset="-122"/>
                <a:ea typeface="微软雅黑" panose="020B0503020204020204" pitchFamily="34" charset="-122"/>
              </a:rPr>
              <a:t>UV</a:t>
            </a:r>
            <a:r>
              <a:rPr lang="zh-CN" altLang="en-US" sz="1200" dirty="0">
                <a:latin typeface="微软雅黑" panose="020B0503020204020204" pitchFamily="34" charset="-122"/>
                <a:ea typeface="微软雅黑" panose="020B0503020204020204" pitchFamily="34" charset="-122"/>
              </a:rPr>
              <a:t>值和</a:t>
            </a:r>
            <a:r>
              <a:rPr lang="en-US" altLang="zh-CN" sz="1200" dirty="0">
                <a:latin typeface="微软雅黑" panose="020B0503020204020204" pitchFamily="34" charset="-122"/>
                <a:ea typeface="微软雅黑" panose="020B0503020204020204" pitchFamily="34" charset="-122"/>
              </a:rPr>
              <a:t>VB</a:t>
            </a:r>
            <a:r>
              <a:rPr lang="zh-CN" altLang="en-US" sz="1200" dirty="0">
                <a:latin typeface="微软雅黑" panose="020B0503020204020204" pitchFamily="34" charset="-122"/>
                <a:ea typeface="微软雅黑" panose="020B0503020204020204" pitchFamily="34" charset="-122"/>
              </a:rPr>
              <a:t>值分别达到一等品和合格品要</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求。</a:t>
            </a:r>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PM</a:t>
            </a:r>
            <a:r>
              <a:rPr lang="zh-CN" altLang="en-US" sz="1200" dirty="0">
                <a:latin typeface="微软雅黑" panose="020B0503020204020204" pitchFamily="34" charset="-122"/>
                <a:ea typeface="微软雅黑" panose="020B0503020204020204" pitchFamily="34" charset="-122"/>
              </a:rPr>
              <a:t>：高锰酸钾吸收值，评价产品中还原性杂质含量</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UV</a:t>
            </a:r>
            <a:r>
              <a:rPr lang="zh-CN" altLang="en-US" sz="1200" dirty="0">
                <a:latin typeface="微软雅黑" panose="020B0503020204020204" pitchFamily="34" charset="-122"/>
                <a:ea typeface="微软雅黑" panose="020B0503020204020204" pitchFamily="34" charset="-122"/>
              </a:rPr>
              <a:t>：消光值</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VB</a:t>
            </a:r>
            <a:r>
              <a:rPr lang="zh-CN" altLang="en-US" sz="1200" dirty="0">
                <a:latin typeface="微软雅黑" panose="020B0503020204020204" pitchFamily="34" charset="-122"/>
                <a:ea typeface="微软雅黑" panose="020B0503020204020204" pitchFamily="34" charset="-122"/>
              </a:rPr>
              <a:t>：挥发性碱值，评价产品中低沸点碱性杂质的含量</a:t>
            </a:r>
            <a:endParaRPr lang="en-US" altLang="zh-CN" sz="1200" dirty="0">
              <a:latin typeface="微软雅黑" panose="020B0503020204020204" pitchFamily="34" charset="-122"/>
              <a:ea typeface="微软雅黑" panose="020B0503020204020204" pitchFamily="34" charset="-122"/>
            </a:endParaRPr>
          </a:p>
        </p:txBody>
      </p:sp>
      <p:graphicFrame>
        <p:nvGraphicFramePr>
          <p:cNvPr id="33" name="表格 32">
            <a:extLst>
              <a:ext uri="{FF2B5EF4-FFF2-40B4-BE49-F238E27FC236}">
                <a16:creationId xmlns:a16="http://schemas.microsoft.com/office/drawing/2014/main" id="{049F7137-F6E8-DDAE-6C2B-20009CC90793}"/>
              </a:ext>
            </a:extLst>
          </p:cNvPr>
          <p:cNvGraphicFramePr>
            <a:graphicFrameLocks noGrp="1"/>
          </p:cNvGraphicFramePr>
          <p:nvPr>
            <p:extLst>
              <p:ext uri="{D42A27DB-BD31-4B8C-83A1-F6EECF244321}">
                <p14:modId xmlns:p14="http://schemas.microsoft.com/office/powerpoint/2010/main" val="157682473"/>
              </p:ext>
            </p:extLst>
          </p:nvPr>
        </p:nvGraphicFramePr>
        <p:xfrm>
          <a:off x="371475" y="2499740"/>
          <a:ext cx="4036059" cy="1757680"/>
        </p:xfrm>
        <a:graphic>
          <a:graphicData uri="http://schemas.openxmlformats.org/drawingml/2006/table">
            <a:tbl>
              <a:tblPr firstRow="1" bandRow="1">
                <a:tableStyleId>{5C22544A-7EE6-4342-B048-85BDC9FD1C3A}</a:tableStyleId>
              </a:tblPr>
              <a:tblGrid>
                <a:gridCol w="2176662">
                  <a:extLst>
                    <a:ext uri="{9D8B030D-6E8A-4147-A177-3AD203B41FA5}">
                      <a16:colId xmlns:a16="http://schemas.microsoft.com/office/drawing/2014/main" val="683247037"/>
                    </a:ext>
                  </a:extLst>
                </a:gridCol>
                <a:gridCol w="1859397">
                  <a:extLst>
                    <a:ext uri="{9D8B030D-6E8A-4147-A177-3AD203B41FA5}">
                      <a16:colId xmlns:a16="http://schemas.microsoft.com/office/drawing/2014/main" val="1819356519"/>
                    </a:ext>
                  </a:extLst>
                </a:gridCol>
              </a:tblGrid>
              <a:tr h="0">
                <a:tc>
                  <a:txBody>
                    <a:bodyPr/>
                    <a:lstStyle/>
                    <a:p>
                      <a:pPr algn="ctr"/>
                      <a:r>
                        <a:rPr lang="zh-CN" altLang="en-US" sz="1200" dirty="0">
                          <a:latin typeface="微软雅黑" panose="020B0503020204020204" pitchFamily="34" charset="-122"/>
                          <a:ea typeface="微软雅黑" panose="020B0503020204020204" pitchFamily="34" charset="-122"/>
                        </a:rPr>
                        <a:t>气相重排产物组成</a:t>
                      </a:r>
                    </a:p>
                  </a:txBody>
                  <a:tcPr anchor="ctr"/>
                </a:tc>
                <a:tc>
                  <a:txBody>
                    <a:bodyPr/>
                    <a:lstStyle/>
                    <a:p>
                      <a:pPr algn="ctr"/>
                      <a:r>
                        <a:rPr lang="zh-CN" altLang="en-US" sz="1200" dirty="0">
                          <a:latin typeface="微软雅黑" panose="020B0503020204020204" pitchFamily="34" charset="-122"/>
                          <a:ea typeface="微软雅黑" panose="020B0503020204020204" pitchFamily="34" charset="-122"/>
                        </a:rPr>
                        <a:t>占比</a:t>
                      </a:r>
                    </a:p>
                  </a:txBody>
                  <a:tcPr anchor="ctr"/>
                </a:tc>
                <a:extLst>
                  <a:ext uri="{0D108BD9-81ED-4DB2-BD59-A6C34878D82A}">
                    <a16:rowId xmlns:a16="http://schemas.microsoft.com/office/drawing/2014/main" val="2278911488"/>
                  </a:ext>
                </a:extLst>
              </a:tr>
              <a:tr h="370840">
                <a:tc>
                  <a:txBody>
                    <a:bodyPr/>
                    <a:lstStyle/>
                    <a:p>
                      <a:pPr algn="ctr"/>
                      <a:r>
                        <a:rPr lang="zh-CN" altLang="en-US" sz="1200" dirty="0">
                          <a:latin typeface="微软雅黑" panose="020B0503020204020204" pitchFamily="34" charset="-122"/>
                          <a:ea typeface="微软雅黑" panose="020B0503020204020204" pitchFamily="34" charset="-122"/>
                        </a:rPr>
                        <a:t>乙醇</a:t>
                      </a:r>
                    </a:p>
                  </a:txBody>
                  <a:tcPr anchor="ctr"/>
                </a:tc>
                <a:tc>
                  <a:txBody>
                    <a:bodyPr/>
                    <a:lstStyle/>
                    <a:p>
                      <a:pPr algn="ctr"/>
                      <a:r>
                        <a:rPr lang="zh-CN" altLang="en-US" sz="1200" dirty="0">
                          <a:latin typeface="微软雅黑" panose="020B0503020204020204" pitchFamily="34" charset="-122"/>
                          <a:ea typeface="微软雅黑" panose="020B0503020204020204" pitchFamily="34" charset="-122"/>
                        </a:rPr>
                        <a:t>约</a:t>
                      </a:r>
                      <a:r>
                        <a:rPr lang="en-US" altLang="zh-CN" sz="1200" dirty="0">
                          <a:latin typeface="微软雅黑" panose="020B0503020204020204" pitchFamily="34" charset="-122"/>
                          <a:ea typeface="微软雅黑" panose="020B0503020204020204" pitchFamily="34" charset="-122"/>
                        </a:rPr>
                        <a:t>60%</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430665884"/>
                  </a:ext>
                </a:extLst>
              </a:tr>
              <a:tr h="370840">
                <a:tc>
                  <a:txBody>
                    <a:bodyPr/>
                    <a:lstStyle/>
                    <a:p>
                      <a:pPr algn="ctr"/>
                      <a:r>
                        <a:rPr lang="en-US" altLang="zh-CN" sz="1200" dirty="0">
                          <a:latin typeface="微软雅黑" panose="020B0503020204020204" pitchFamily="34" charset="-122"/>
                          <a:ea typeface="微软雅黑" panose="020B0503020204020204" pitchFamily="34" charset="-122"/>
                        </a:rPr>
                        <a:t>CPL</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200" dirty="0">
                          <a:latin typeface="微软雅黑" panose="020B0503020204020204" pitchFamily="34" charset="-122"/>
                          <a:ea typeface="微软雅黑" panose="020B0503020204020204" pitchFamily="34" charset="-122"/>
                        </a:rPr>
                        <a:t>约</a:t>
                      </a:r>
                      <a:r>
                        <a:rPr lang="en-US" altLang="zh-CN" sz="1200" dirty="0">
                          <a:latin typeface="微软雅黑" panose="020B0503020204020204" pitchFamily="34" charset="-122"/>
                          <a:ea typeface="微软雅黑" panose="020B0503020204020204" pitchFamily="34" charset="-122"/>
                        </a:rPr>
                        <a:t>36.5%</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57656651"/>
                  </a:ext>
                </a:extLst>
              </a:tr>
              <a:tr h="370840">
                <a:tc>
                  <a:txBody>
                    <a:bodyPr/>
                    <a:lstStyle/>
                    <a:p>
                      <a:pPr algn="ctr"/>
                      <a:r>
                        <a:rPr lang="zh-CN" altLang="en-US" sz="1200" dirty="0">
                          <a:latin typeface="微软雅黑" panose="020B0503020204020204" pitchFamily="34" charset="-122"/>
                          <a:ea typeface="微软雅黑" panose="020B0503020204020204" pitchFamily="34" charset="-122"/>
                        </a:rPr>
                        <a:t>轻杂质（色谱出峰在</a:t>
                      </a:r>
                      <a:r>
                        <a:rPr lang="en-US" altLang="zh-CN" sz="1200" dirty="0">
                          <a:latin typeface="微软雅黑" panose="020B0503020204020204" pitchFamily="34" charset="-122"/>
                          <a:ea typeface="微软雅黑" panose="020B0503020204020204" pitchFamily="34" charset="-122"/>
                        </a:rPr>
                        <a:t>CPL</a:t>
                      </a:r>
                      <a:r>
                        <a:rPr lang="zh-CN" altLang="en-US" sz="1200" dirty="0">
                          <a:latin typeface="微软雅黑" panose="020B0503020204020204" pitchFamily="34" charset="-122"/>
                          <a:ea typeface="微软雅黑" panose="020B0503020204020204" pitchFamily="34" charset="-122"/>
                        </a:rPr>
                        <a:t>之前）</a:t>
                      </a:r>
                    </a:p>
                  </a:txBody>
                  <a:tcPr anchor="ctr"/>
                </a:tc>
                <a:tc>
                  <a:txBody>
                    <a:bodyPr/>
                    <a:lstStyle/>
                    <a:p>
                      <a:pPr algn="ctr"/>
                      <a:r>
                        <a:rPr lang="zh-CN" altLang="en-US" sz="1200" dirty="0">
                          <a:latin typeface="微软雅黑" panose="020B0503020204020204" pitchFamily="34" charset="-122"/>
                          <a:ea typeface="微软雅黑" panose="020B0503020204020204" pitchFamily="34" charset="-122"/>
                        </a:rPr>
                        <a:t>约</a:t>
                      </a:r>
                      <a:r>
                        <a:rPr lang="en-US" altLang="zh-CN" sz="1200" dirty="0">
                          <a:latin typeface="微软雅黑" panose="020B0503020204020204" pitchFamily="34" charset="-122"/>
                          <a:ea typeface="微软雅黑" panose="020B0503020204020204" pitchFamily="34" charset="-122"/>
                        </a:rPr>
                        <a:t>2%</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12657453"/>
                  </a:ext>
                </a:extLst>
              </a:tr>
              <a:tr h="370840">
                <a:tc>
                  <a:txBody>
                    <a:bodyPr/>
                    <a:lstStyle/>
                    <a:p>
                      <a:pPr algn="ctr"/>
                      <a:r>
                        <a:rPr lang="zh-CN" altLang="en-US" sz="1200" dirty="0">
                          <a:latin typeface="微软雅黑" panose="020B0503020204020204" pitchFamily="34" charset="-122"/>
                          <a:ea typeface="微软雅黑" panose="020B0503020204020204" pitchFamily="34" charset="-122"/>
                        </a:rPr>
                        <a:t>重杂质（色谱出峰在</a:t>
                      </a:r>
                      <a:r>
                        <a:rPr lang="en-US" altLang="zh-CN" sz="1200" dirty="0">
                          <a:latin typeface="微软雅黑" panose="020B0503020204020204" pitchFamily="34" charset="-122"/>
                          <a:ea typeface="微软雅黑" panose="020B0503020204020204" pitchFamily="34" charset="-122"/>
                        </a:rPr>
                        <a:t>CPL</a:t>
                      </a:r>
                      <a:r>
                        <a:rPr lang="zh-CN" altLang="en-US" sz="1200" dirty="0">
                          <a:latin typeface="微软雅黑" panose="020B0503020204020204" pitchFamily="34" charset="-122"/>
                          <a:ea typeface="微软雅黑" panose="020B0503020204020204" pitchFamily="34" charset="-122"/>
                        </a:rPr>
                        <a:t>之后）</a:t>
                      </a:r>
                    </a:p>
                  </a:txBody>
                  <a:tcPr anchor="ctr"/>
                </a:tc>
                <a:tc>
                  <a:txBody>
                    <a:bodyPr/>
                    <a:lstStyle/>
                    <a:p>
                      <a:pPr algn="ctr"/>
                      <a:r>
                        <a:rPr lang="zh-CN" altLang="en-US" sz="1200" dirty="0">
                          <a:latin typeface="微软雅黑" panose="020B0503020204020204" pitchFamily="34" charset="-122"/>
                          <a:ea typeface="微软雅黑" panose="020B0503020204020204" pitchFamily="34" charset="-122"/>
                        </a:rPr>
                        <a:t>约</a:t>
                      </a:r>
                      <a:r>
                        <a:rPr lang="en-US" altLang="zh-CN" sz="1200" dirty="0">
                          <a:latin typeface="微软雅黑" panose="020B0503020204020204" pitchFamily="34" charset="-122"/>
                          <a:ea typeface="微软雅黑" panose="020B0503020204020204" pitchFamily="34" charset="-122"/>
                        </a:rPr>
                        <a:t>0.5%</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813072066"/>
                  </a:ext>
                </a:extLst>
              </a:tr>
            </a:tbl>
          </a:graphicData>
        </a:graphic>
      </p:graphicFrame>
      <p:sp>
        <p:nvSpPr>
          <p:cNvPr id="6" name="文本框 5">
            <a:extLst>
              <a:ext uri="{FF2B5EF4-FFF2-40B4-BE49-F238E27FC236}">
                <a16:creationId xmlns:a16="http://schemas.microsoft.com/office/drawing/2014/main" id="{952136B3-902B-E6AD-731B-A9637C09FA8A}"/>
              </a:ext>
            </a:extLst>
          </p:cNvPr>
          <p:cNvSpPr txBox="1"/>
          <p:nvPr/>
        </p:nvSpPr>
        <p:spPr>
          <a:xfrm>
            <a:off x="1254905" y="4714330"/>
            <a:ext cx="4192173" cy="184666"/>
          </a:xfrm>
          <a:prstGeom prst="rect">
            <a:avLst/>
          </a:prstGeom>
          <a:noFill/>
        </p:spPr>
        <p:txBody>
          <a:bodyPr wrap="none" rtlCol="0">
            <a:spAutoFit/>
          </a:bodyPr>
          <a:lstStyle/>
          <a:p>
            <a:r>
              <a:rPr lang="en-US" altLang="zh-CN" sz="600" dirty="0">
                <a:latin typeface="微软雅黑" panose="020B0503020204020204" pitchFamily="34" charset="-122"/>
                <a:ea typeface="微软雅黑" panose="020B0503020204020204" pitchFamily="34" charset="-122"/>
              </a:rPr>
              <a:t>[1]</a:t>
            </a:r>
            <a:r>
              <a:rPr lang="zh-CN" altLang="en-US" sz="600" dirty="0">
                <a:latin typeface="微软雅黑" panose="020B0503020204020204" pitchFamily="34" charset="-122"/>
                <a:ea typeface="微软雅黑" panose="020B0503020204020204" pitchFamily="34" charset="-122"/>
              </a:rPr>
              <a:t>谢丽</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程时标</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张树忠</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等</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环己酮肟气相贝克曼重排反应产物己内酰胺的精制研究</a:t>
            </a:r>
            <a:r>
              <a:rPr lang="en-US" altLang="zh-CN" sz="600" dirty="0">
                <a:latin typeface="微软雅黑" panose="020B0503020204020204" pitchFamily="34" charset="-122"/>
                <a:ea typeface="微软雅黑" panose="020B0503020204020204" pitchFamily="34" charset="-122"/>
              </a:rPr>
              <a:t>[J].</a:t>
            </a:r>
            <a:r>
              <a:rPr lang="zh-CN" altLang="en-US" sz="600" dirty="0">
                <a:latin typeface="微软雅黑" panose="020B0503020204020204" pitchFamily="34" charset="-122"/>
                <a:ea typeface="微软雅黑" panose="020B0503020204020204" pitchFamily="34" charset="-122"/>
              </a:rPr>
              <a:t>石油炼制与化工</a:t>
            </a:r>
            <a:r>
              <a:rPr lang="en-US" altLang="zh-CN" sz="600" dirty="0">
                <a:latin typeface="微软雅黑" panose="020B0503020204020204" pitchFamily="34" charset="-122"/>
                <a:ea typeface="微软雅黑" panose="020B0503020204020204" pitchFamily="34" charset="-122"/>
              </a:rPr>
              <a:t>,2015,46(05):7-11.</a:t>
            </a:r>
            <a:endParaRPr lang="zh-CN" altLang="en-US" sz="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5958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22</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A3A8577C-41E1-2B48-040F-79978123D939}"/>
              </a:ext>
            </a:extLst>
          </p:cNvPr>
          <p:cNvSpPr txBox="1"/>
          <p:nvPr>
            <p:custDataLst>
              <p:tags r:id="rId3"/>
            </p:custDataLst>
          </p:nvPr>
        </p:nvSpPr>
        <p:spPr>
          <a:xfrm>
            <a:off x="468628" y="41275"/>
            <a:ext cx="7491341"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二、文献综述</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己内酰胺精制分离工艺改进</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a:extLst>
              <a:ext uri="{FF2B5EF4-FFF2-40B4-BE49-F238E27FC236}">
                <a16:creationId xmlns:a16="http://schemas.microsoft.com/office/drawing/2014/main" id="{D9714B0A-3D42-21B7-7957-33FDD301AD08}"/>
              </a:ext>
            </a:extLst>
          </p:cNvPr>
          <p:cNvPicPr>
            <a:picLocks noChangeAspect="1"/>
          </p:cNvPicPr>
          <p:nvPr/>
        </p:nvPicPr>
        <p:blipFill>
          <a:blip r:embed="rId6"/>
          <a:stretch>
            <a:fillRect/>
          </a:stretch>
        </p:blipFill>
        <p:spPr>
          <a:xfrm>
            <a:off x="35370" y="771500"/>
            <a:ext cx="4671659" cy="2814449"/>
          </a:xfrm>
          <a:prstGeom prst="rect">
            <a:avLst/>
          </a:prstGeom>
        </p:spPr>
      </p:pic>
      <p:sp>
        <p:nvSpPr>
          <p:cNvPr id="8" name="文本框 7">
            <a:extLst>
              <a:ext uri="{FF2B5EF4-FFF2-40B4-BE49-F238E27FC236}">
                <a16:creationId xmlns:a16="http://schemas.microsoft.com/office/drawing/2014/main" id="{71ADE76C-4C2D-9BD4-38DF-FA54EEA976AF}"/>
              </a:ext>
            </a:extLst>
          </p:cNvPr>
          <p:cNvSpPr txBox="1"/>
          <p:nvPr/>
        </p:nvSpPr>
        <p:spPr>
          <a:xfrm>
            <a:off x="1031630" y="3795920"/>
            <a:ext cx="2473754"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图</a:t>
            </a:r>
            <a:r>
              <a:rPr lang="en-US" altLang="zh-CN" sz="1200" dirty="0">
                <a:latin typeface="微软雅黑" panose="020B0503020204020204" pitchFamily="34" charset="-122"/>
                <a:ea typeface="微软雅黑" panose="020B0503020204020204" pitchFamily="34" charset="-122"/>
              </a:rPr>
              <a:t>1 </a:t>
            </a:r>
            <a:r>
              <a:rPr lang="zh-CN" altLang="en-US" sz="1200" dirty="0">
                <a:latin typeface="微软雅黑" panose="020B0503020204020204" pitchFamily="34" charset="-122"/>
                <a:ea typeface="微软雅黑" panose="020B0503020204020204" pitchFamily="34" charset="-122"/>
              </a:rPr>
              <a:t>己内酰胺精制新工艺流程简图</a:t>
            </a:r>
          </a:p>
        </p:txBody>
      </p:sp>
      <p:sp>
        <p:nvSpPr>
          <p:cNvPr id="10" name="文本框 9">
            <a:extLst>
              <a:ext uri="{FF2B5EF4-FFF2-40B4-BE49-F238E27FC236}">
                <a16:creationId xmlns:a16="http://schemas.microsoft.com/office/drawing/2014/main" id="{352912F7-8FB6-065E-3BD9-221354B8C360}"/>
              </a:ext>
            </a:extLst>
          </p:cNvPr>
          <p:cNvSpPr txBox="1"/>
          <p:nvPr/>
        </p:nvSpPr>
        <p:spPr>
          <a:xfrm>
            <a:off x="4793894" y="1763225"/>
            <a:ext cx="4004041" cy="994568"/>
          </a:xfrm>
          <a:prstGeom prst="rect">
            <a:avLst/>
          </a:prstGeom>
          <a:noFill/>
        </p:spPr>
        <p:txBody>
          <a:bodyPr wrap="square">
            <a:spAutoFit/>
          </a:bodyPr>
          <a:lstStyle/>
          <a:p>
            <a:pPr>
              <a:lnSpc>
                <a:spcPts val="1800"/>
              </a:lnSpc>
            </a:pPr>
            <a:r>
              <a:rPr lang="zh-CN" altLang="en-US" sz="1200" dirty="0">
                <a:latin typeface="微软雅黑" panose="020B0503020204020204" pitchFamily="34" charset="-122"/>
                <a:ea typeface="微软雅黑" panose="020B0503020204020204" pitchFamily="34" charset="-122"/>
              </a:rPr>
              <a:t>己内酰胺新精制工艺</a:t>
            </a:r>
            <a:r>
              <a:rPr lang="en-US" altLang="zh-CN" sz="1200" baseline="30000" dirty="0">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中不包含传统工艺中的水反萃、离子交换、加氢、三效蒸发及预蒸馏工序; 精制流程短，防止物料由于流程较长而发生热敏聚合。设备投资低，整体能耗物耗低，且不存在离子树脂再生产生的废水。</a:t>
            </a:r>
          </a:p>
        </p:txBody>
      </p:sp>
      <p:sp>
        <p:nvSpPr>
          <p:cNvPr id="6" name="文本框 5">
            <a:extLst>
              <a:ext uri="{FF2B5EF4-FFF2-40B4-BE49-F238E27FC236}">
                <a16:creationId xmlns:a16="http://schemas.microsoft.com/office/drawing/2014/main" id="{8E2A826C-D0A3-DD3C-55FD-CD9711C5083C}"/>
              </a:ext>
            </a:extLst>
          </p:cNvPr>
          <p:cNvSpPr txBox="1"/>
          <p:nvPr/>
        </p:nvSpPr>
        <p:spPr>
          <a:xfrm>
            <a:off x="1331550" y="4731274"/>
            <a:ext cx="2749471" cy="184666"/>
          </a:xfrm>
          <a:prstGeom prst="rect">
            <a:avLst/>
          </a:prstGeom>
          <a:noFill/>
        </p:spPr>
        <p:txBody>
          <a:bodyPr wrap="none" rtlCol="0">
            <a:spAutoFit/>
          </a:bodyPr>
          <a:lstStyle/>
          <a:p>
            <a:r>
              <a:rPr lang="en-US" altLang="zh-CN" sz="600" dirty="0">
                <a:latin typeface="微软雅黑" panose="020B0503020204020204" pitchFamily="34" charset="-122"/>
                <a:ea typeface="微软雅黑" panose="020B0503020204020204" pitchFamily="34" charset="-122"/>
              </a:rPr>
              <a:t>[1]</a:t>
            </a:r>
            <a:r>
              <a:rPr lang="zh-CN" altLang="en-US" sz="600" dirty="0">
                <a:latin typeface="微软雅黑" panose="020B0503020204020204" pitchFamily="34" charset="-122"/>
                <a:ea typeface="微软雅黑" panose="020B0503020204020204" pitchFamily="34" charset="-122"/>
              </a:rPr>
              <a:t>刘冬然</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邢亚峰</a:t>
            </a:r>
            <a:r>
              <a:rPr lang="en-US" altLang="zh-CN" sz="600" dirty="0">
                <a:latin typeface="微软雅黑" panose="020B0503020204020204" pitchFamily="34" charset="-122"/>
                <a:ea typeface="微软雅黑" panose="020B0503020204020204" pitchFamily="34" charset="-122"/>
              </a:rPr>
              <a:t>.</a:t>
            </a:r>
            <a:r>
              <a:rPr lang="zh-CN" altLang="en-US" sz="600" dirty="0">
                <a:latin typeface="微软雅黑" panose="020B0503020204020204" pitchFamily="34" charset="-122"/>
                <a:ea typeface="微软雅黑" panose="020B0503020204020204" pitchFamily="34" charset="-122"/>
              </a:rPr>
              <a:t>己内酰胺精制工艺改进</a:t>
            </a:r>
            <a:r>
              <a:rPr lang="en-US" altLang="zh-CN" sz="600" dirty="0">
                <a:latin typeface="微软雅黑" panose="020B0503020204020204" pitchFamily="34" charset="-122"/>
                <a:ea typeface="微软雅黑" panose="020B0503020204020204" pitchFamily="34" charset="-122"/>
              </a:rPr>
              <a:t>[J].</a:t>
            </a:r>
            <a:r>
              <a:rPr lang="zh-CN" altLang="en-US" sz="600" dirty="0">
                <a:latin typeface="微软雅黑" panose="020B0503020204020204" pitchFamily="34" charset="-122"/>
                <a:ea typeface="微软雅黑" panose="020B0503020204020204" pitchFamily="34" charset="-122"/>
              </a:rPr>
              <a:t>广州化工</a:t>
            </a:r>
            <a:r>
              <a:rPr lang="en-US" altLang="zh-CN" sz="600" dirty="0">
                <a:latin typeface="微软雅黑" panose="020B0503020204020204" pitchFamily="34" charset="-122"/>
                <a:ea typeface="微软雅黑" panose="020B0503020204020204" pitchFamily="34" charset="-122"/>
              </a:rPr>
              <a:t>,2017,45(02):123-125.</a:t>
            </a:r>
            <a:endParaRPr lang="zh-CN" altLang="en-US" sz="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271574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65049" y="1333013"/>
            <a:ext cx="1416524" cy="461665"/>
          </a:xfrm>
          <a:prstGeom prst="rect">
            <a:avLst/>
          </a:prstGeom>
        </p:spPr>
        <p:txBody>
          <a:bodyPr wrap="none">
            <a:spAutoFit/>
          </a:bodyPr>
          <a:lstStyle/>
          <a:p>
            <a:r>
              <a:rPr lang="en-US" altLang="zh-CN" sz="2400" dirty="0">
                <a:solidFill>
                  <a:schemeClr val="bg1"/>
                </a:solidFill>
                <a:latin typeface="Arial" panose="020B0604020202020204"/>
                <a:cs typeface="Arial" panose="020B0604020202020204"/>
              </a:rPr>
              <a:t>Contents</a:t>
            </a:r>
            <a:endParaRPr lang="zh-CN" altLang="en-US" sz="2400" dirty="0">
              <a:solidFill>
                <a:schemeClr val="bg1"/>
              </a:solidFill>
              <a:latin typeface="Arial" panose="020B0604020202020204"/>
              <a:cs typeface="Arial" panose="020B0604020202020204"/>
            </a:endParaRPr>
          </a:p>
        </p:txBody>
      </p:sp>
      <p:sp>
        <p:nvSpPr>
          <p:cNvPr id="3" name="矩形 2"/>
          <p:cNvSpPr/>
          <p:nvPr/>
        </p:nvSpPr>
        <p:spPr>
          <a:xfrm>
            <a:off x="7560749" y="1707630"/>
            <a:ext cx="889987" cy="461665"/>
          </a:xfrm>
          <a:prstGeom prst="rect">
            <a:avLst/>
          </a:prstGeom>
        </p:spPr>
        <p:txBody>
          <a:bodyPr wrap="none">
            <a:spAutoFit/>
          </a:bodyPr>
          <a:lstStyle/>
          <a:p>
            <a:r>
              <a:rPr lang="zh-CN" altLang="en-US" sz="2400" dirty="0">
                <a:solidFill>
                  <a:srgbClr val="FFFFFF"/>
                </a:solidFill>
                <a:latin typeface="方正兰亭中黑简体" panose="02000000000000000000" charset="-122"/>
                <a:ea typeface="方正兰亭中黑简体" panose="02000000000000000000" charset="-122"/>
              </a:rPr>
              <a:t>目 录</a:t>
            </a:r>
          </a:p>
        </p:txBody>
      </p:sp>
      <p:sp>
        <p:nvSpPr>
          <p:cNvPr id="5" name="矩形 4">
            <a:extLst>
              <a:ext uri="{FF2B5EF4-FFF2-40B4-BE49-F238E27FC236}">
                <a16:creationId xmlns:a16="http://schemas.microsoft.com/office/drawing/2014/main" id="{ABEB48CB-B19B-703A-0DFB-59DC2E99FEC5}"/>
              </a:ext>
            </a:extLst>
          </p:cNvPr>
          <p:cNvSpPr/>
          <p:nvPr>
            <p:custDataLst>
              <p:tags r:id="rId1"/>
            </p:custDataLst>
          </p:nvPr>
        </p:nvSpPr>
        <p:spPr>
          <a:xfrm>
            <a:off x="1404620" y="1281430"/>
            <a:ext cx="5400675" cy="3482975"/>
          </a:xfrm>
          <a:prstGeom prst="rect">
            <a:avLst/>
          </a:prstGeom>
        </p:spPr>
        <p:txBody>
          <a:bodyPr wrap="square" lIns="91437" tIns="45718" rIns="91437" bIns="45718">
            <a:noAutofit/>
          </a:bodyPr>
          <a:lstStyle/>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一、研究背景</a:t>
            </a:r>
            <a:endParaRPr lang="en-US" altLang="zh-CN" sz="2800" b="1" dirty="0">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二、</a:t>
            </a:r>
            <a:r>
              <a:rPr lang="zh-CN" altLang="en-US" sz="2800" b="1" dirty="0">
                <a:solidFill>
                  <a:schemeClr val="tx1"/>
                </a:solidFill>
                <a:latin typeface="微软雅黑" panose="020B0503020204020204" pitchFamily="34" charset="-122"/>
                <a:ea typeface="微软雅黑" panose="020B0503020204020204" pitchFamily="34" charset="-122"/>
                <a:cs typeface="Heiti SC Light"/>
              </a:rPr>
              <a:t>文献综述</a:t>
            </a:r>
            <a:endParaRPr lang="en-US" altLang="zh-CN" sz="2800" b="1" dirty="0">
              <a:solidFill>
                <a:schemeClr val="tx1"/>
              </a:solidFill>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cs typeface="Heiti SC Light"/>
              </a:rPr>
              <a:t>三、研究内容</a:t>
            </a:r>
            <a:endParaRPr lang="en-US" altLang="zh-CN" sz="2800" b="1" dirty="0">
              <a:solidFill>
                <a:srgbClr val="FF0000"/>
              </a:solidFill>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四、实验安排</a:t>
            </a:r>
            <a:endParaRPr lang="en-US" altLang="zh-CN" sz="2800" b="1" dirty="0">
              <a:latin typeface="微软雅黑" panose="020B0503020204020204" pitchFamily="34" charset="-122"/>
              <a:ea typeface="微软雅黑" panose="020B0503020204020204" pitchFamily="34" charset="-122"/>
              <a:cs typeface="Heiti SC Light"/>
            </a:endParaRPr>
          </a:p>
        </p:txBody>
      </p:sp>
    </p:spTree>
    <p:extLst>
      <p:ext uri="{BB962C8B-B14F-4D97-AF65-F5344CB8AC3E}">
        <p14:creationId xmlns:p14="http://schemas.microsoft.com/office/powerpoint/2010/main" val="871592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24</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9FFCF06E-D7F2-3963-A0EB-EF2E03F79E48}"/>
              </a:ext>
            </a:extLst>
          </p:cNvPr>
          <p:cNvSpPr txBox="1"/>
          <p:nvPr>
            <p:custDataLst>
              <p:tags r:id="rId3"/>
            </p:custDataLst>
          </p:nvPr>
        </p:nvSpPr>
        <p:spPr>
          <a:xfrm>
            <a:off x="468629" y="41275"/>
            <a:ext cx="3704359" cy="37973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三、研究内容</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技术路线</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3" name="组合 2">
            <a:extLst>
              <a:ext uri="{FF2B5EF4-FFF2-40B4-BE49-F238E27FC236}">
                <a16:creationId xmlns:a16="http://schemas.microsoft.com/office/drawing/2014/main" id="{9EE5B68B-491E-12DD-1798-E5DB5D02F431}"/>
              </a:ext>
            </a:extLst>
          </p:cNvPr>
          <p:cNvGrpSpPr/>
          <p:nvPr/>
        </p:nvGrpSpPr>
        <p:grpSpPr>
          <a:xfrm>
            <a:off x="234491" y="1559860"/>
            <a:ext cx="8513762" cy="1866841"/>
            <a:chOff x="117475" y="1176180"/>
            <a:chExt cx="8513762" cy="1866841"/>
          </a:xfrm>
        </p:grpSpPr>
        <p:grpSp>
          <p:nvGrpSpPr>
            <p:cNvPr id="8" name="组合 7">
              <a:extLst>
                <a:ext uri="{FF2B5EF4-FFF2-40B4-BE49-F238E27FC236}">
                  <a16:creationId xmlns:a16="http://schemas.microsoft.com/office/drawing/2014/main" id="{1FC4EAC7-6827-98B1-804E-0581CAE4AFCF}"/>
                </a:ext>
              </a:extLst>
            </p:cNvPr>
            <p:cNvGrpSpPr/>
            <p:nvPr/>
          </p:nvGrpSpPr>
          <p:grpSpPr>
            <a:xfrm>
              <a:off x="117475" y="1176180"/>
              <a:ext cx="8513762" cy="1866841"/>
              <a:chOff x="214045" y="1310995"/>
              <a:chExt cx="8513762" cy="1866841"/>
            </a:xfrm>
          </p:grpSpPr>
          <p:grpSp>
            <p:nvGrpSpPr>
              <p:cNvPr id="11" name="组合 10">
                <a:extLst>
                  <a:ext uri="{FF2B5EF4-FFF2-40B4-BE49-F238E27FC236}">
                    <a16:creationId xmlns:a16="http://schemas.microsoft.com/office/drawing/2014/main" id="{B29E1B9C-D771-E4AD-F17D-D86D9258F47C}"/>
                  </a:ext>
                </a:extLst>
              </p:cNvPr>
              <p:cNvGrpSpPr/>
              <p:nvPr/>
            </p:nvGrpSpPr>
            <p:grpSpPr>
              <a:xfrm>
                <a:off x="214045" y="1310995"/>
                <a:ext cx="8513762" cy="1559168"/>
                <a:chOff x="586151" y="1615795"/>
                <a:chExt cx="8513762" cy="1559168"/>
              </a:xfrm>
            </p:grpSpPr>
            <p:sp>
              <p:nvSpPr>
                <p:cNvPr id="13" name="矩形: 圆角 12">
                  <a:extLst>
                    <a:ext uri="{FF2B5EF4-FFF2-40B4-BE49-F238E27FC236}">
                      <a16:creationId xmlns:a16="http://schemas.microsoft.com/office/drawing/2014/main" id="{3A8CE9F1-048A-7C18-F196-0871C20CD143}"/>
                    </a:ext>
                  </a:extLst>
                </p:cNvPr>
                <p:cNvSpPr/>
                <p:nvPr/>
              </p:nvSpPr>
              <p:spPr>
                <a:xfrm>
                  <a:off x="6249138" y="1615795"/>
                  <a:ext cx="1003241" cy="155916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圆角 13">
                  <a:extLst>
                    <a:ext uri="{FF2B5EF4-FFF2-40B4-BE49-F238E27FC236}">
                      <a16:creationId xmlns:a16="http://schemas.microsoft.com/office/drawing/2014/main" id="{4E434FCF-49E0-DB4B-D0E9-02BCB2A65584}"/>
                    </a:ext>
                  </a:extLst>
                </p:cNvPr>
                <p:cNvSpPr/>
                <p:nvPr/>
              </p:nvSpPr>
              <p:spPr>
                <a:xfrm>
                  <a:off x="2139462" y="2188369"/>
                  <a:ext cx="1260230" cy="4140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水热催化解聚</a:t>
                  </a:r>
                </a:p>
              </p:txBody>
            </p:sp>
            <p:cxnSp>
              <p:nvCxnSpPr>
                <p:cNvPr id="15" name="直接箭头连接符 14">
                  <a:extLst>
                    <a:ext uri="{FF2B5EF4-FFF2-40B4-BE49-F238E27FC236}">
                      <a16:creationId xmlns:a16="http://schemas.microsoft.com/office/drawing/2014/main" id="{12B4ACB8-638F-19C7-9785-5AB030EAF46E}"/>
                    </a:ext>
                  </a:extLst>
                </p:cNvPr>
                <p:cNvCxnSpPr>
                  <a:cxnSpLocks/>
                </p:cNvCxnSpPr>
                <p:nvPr/>
              </p:nvCxnSpPr>
              <p:spPr>
                <a:xfrm>
                  <a:off x="3399692" y="2395379"/>
                  <a:ext cx="1295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5670BEA-3559-CB1E-3A7C-10877BEC91B1}"/>
                    </a:ext>
                  </a:extLst>
                </p:cNvPr>
                <p:cNvSpPr txBox="1"/>
                <p:nvPr/>
              </p:nvSpPr>
              <p:spPr>
                <a:xfrm>
                  <a:off x="3475893" y="2129472"/>
                  <a:ext cx="1107996" cy="276999"/>
                </a:xfrm>
                <a:prstGeom prst="rect">
                  <a:avLst/>
                </a:prstGeom>
                <a:noFill/>
              </p:spPr>
              <p:txBody>
                <a:bodyPr wrap="none" rtlCol="0">
                  <a:spAutoFit/>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一定工艺条件</a:t>
                  </a:r>
                </a:p>
              </p:txBody>
            </p:sp>
            <p:sp>
              <p:nvSpPr>
                <p:cNvPr id="17" name="文本框 16">
                  <a:extLst>
                    <a:ext uri="{FF2B5EF4-FFF2-40B4-BE49-F238E27FC236}">
                      <a16:creationId xmlns:a16="http://schemas.microsoft.com/office/drawing/2014/main" id="{9C68911A-8B3F-2F99-640E-D388B81985C6}"/>
                    </a:ext>
                  </a:extLst>
                </p:cNvPr>
                <p:cNvSpPr txBox="1"/>
                <p:nvPr/>
              </p:nvSpPr>
              <p:spPr>
                <a:xfrm>
                  <a:off x="3382624" y="2443490"/>
                  <a:ext cx="1348446" cy="276999"/>
                </a:xfrm>
                <a:prstGeom prst="rect">
                  <a:avLst/>
                </a:prstGeom>
                <a:noFill/>
              </p:spPr>
              <p:txBody>
                <a:bodyPr wrap="none" rtlCol="0">
                  <a:spAutoFit/>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催化剂</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反应介质</a:t>
                  </a:r>
                </a:p>
              </p:txBody>
            </p:sp>
            <p:sp>
              <p:nvSpPr>
                <p:cNvPr id="18" name="矩形: 圆角 17">
                  <a:extLst>
                    <a:ext uri="{FF2B5EF4-FFF2-40B4-BE49-F238E27FC236}">
                      <a16:creationId xmlns:a16="http://schemas.microsoft.com/office/drawing/2014/main" id="{D3522BA9-CE76-D9A9-CA12-8EE888E75191}"/>
                    </a:ext>
                  </a:extLst>
                </p:cNvPr>
                <p:cNvSpPr/>
                <p:nvPr/>
              </p:nvSpPr>
              <p:spPr>
                <a:xfrm>
                  <a:off x="4714002" y="2188369"/>
                  <a:ext cx="1030308" cy="4140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单体溶液粗产物</a:t>
                  </a:r>
                </a:p>
              </p:txBody>
            </p:sp>
            <p:cxnSp>
              <p:nvCxnSpPr>
                <p:cNvPr id="19" name="直接箭头连接符 18">
                  <a:extLst>
                    <a:ext uri="{FF2B5EF4-FFF2-40B4-BE49-F238E27FC236}">
                      <a16:creationId xmlns:a16="http://schemas.microsoft.com/office/drawing/2014/main" id="{FF78628C-5AFF-4A99-CC4C-1A987EA299F1}"/>
                    </a:ext>
                  </a:extLst>
                </p:cNvPr>
                <p:cNvCxnSpPr>
                  <a:cxnSpLocks/>
                </p:cNvCxnSpPr>
                <p:nvPr/>
              </p:nvCxnSpPr>
              <p:spPr>
                <a:xfrm>
                  <a:off x="5744310" y="2395379"/>
                  <a:ext cx="4923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EB1390C1-9780-0B3E-51FE-CA01CC4085F2}"/>
                    </a:ext>
                  </a:extLst>
                </p:cNvPr>
                <p:cNvSpPr txBox="1"/>
                <p:nvPr/>
              </p:nvSpPr>
              <p:spPr>
                <a:xfrm>
                  <a:off x="4695092" y="2631580"/>
                  <a:ext cx="1390124" cy="461665"/>
                </a:xfrm>
                <a:prstGeom prst="rect">
                  <a:avLst/>
                </a:prstGeom>
                <a:noFill/>
              </p:spPr>
              <p:txBody>
                <a:bodyPr wrap="none" rtlCol="0">
                  <a:spAutoFit/>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解聚率大于</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99%</a:t>
                  </a:r>
                </a:p>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单体收率大于</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90%</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矩形: 圆角 20">
                  <a:extLst>
                    <a:ext uri="{FF2B5EF4-FFF2-40B4-BE49-F238E27FC236}">
                      <a16:creationId xmlns:a16="http://schemas.microsoft.com/office/drawing/2014/main" id="{9C0F2B50-7FD7-2DF7-2A25-F436DC0D5FCD}"/>
                    </a:ext>
                  </a:extLst>
                </p:cNvPr>
                <p:cNvSpPr/>
                <p:nvPr/>
              </p:nvSpPr>
              <p:spPr>
                <a:xfrm>
                  <a:off x="586151" y="2188369"/>
                  <a:ext cx="832340" cy="4140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PA6</a:t>
                  </a:r>
                  <a:endParaRPr lang="zh-CN" altLang="en-US"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2" name="直接箭头连接符 21">
                  <a:extLst>
                    <a:ext uri="{FF2B5EF4-FFF2-40B4-BE49-F238E27FC236}">
                      <a16:creationId xmlns:a16="http://schemas.microsoft.com/office/drawing/2014/main" id="{A573A559-CDCB-3157-3756-9D7F63434A91}"/>
                    </a:ext>
                  </a:extLst>
                </p:cNvPr>
                <p:cNvCxnSpPr>
                  <a:cxnSpLocks/>
                </p:cNvCxnSpPr>
                <p:nvPr/>
              </p:nvCxnSpPr>
              <p:spPr>
                <a:xfrm>
                  <a:off x="1418492" y="2395379"/>
                  <a:ext cx="7209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圆角 22">
                  <a:extLst>
                    <a:ext uri="{FF2B5EF4-FFF2-40B4-BE49-F238E27FC236}">
                      <a16:creationId xmlns:a16="http://schemas.microsoft.com/office/drawing/2014/main" id="{CAD8172B-22AF-9069-0907-4B5A5DCBA560}"/>
                    </a:ext>
                  </a:extLst>
                </p:cNvPr>
                <p:cNvSpPr/>
                <p:nvPr/>
              </p:nvSpPr>
              <p:spPr>
                <a:xfrm>
                  <a:off x="6411311" y="1670502"/>
                  <a:ext cx="685138" cy="25680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蒸馏</a:t>
                  </a:r>
                </a:p>
              </p:txBody>
            </p:sp>
            <p:sp>
              <p:nvSpPr>
                <p:cNvPr id="24" name="矩形: 圆角 23">
                  <a:extLst>
                    <a:ext uri="{FF2B5EF4-FFF2-40B4-BE49-F238E27FC236}">
                      <a16:creationId xmlns:a16="http://schemas.microsoft.com/office/drawing/2014/main" id="{CF4874C7-DB23-0642-5BD7-E4378430C58E}"/>
                    </a:ext>
                  </a:extLst>
                </p:cNvPr>
                <p:cNvSpPr/>
                <p:nvPr/>
              </p:nvSpPr>
              <p:spPr>
                <a:xfrm>
                  <a:off x="6411311" y="2059966"/>
                  <a:ext cx="685138" cy="25680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结晶</a:t>
                  </a:r>
                </a:p>
              </p:txBody>
            </p:sp>
            <p:sp>
              <p:nvSpPr>
                <p:cNvPr id="25" name="矩形: 圆角 24">
                  <a:extLst>
                    <a:ext uri="{FF2B5EF4-FFF2-40B4-BE49-F238E27FC236}">
                      <a16:creationId xmlns:a16="http://schemas.microsoft.com/office/drawing/2014/main" id="{5AA2CD1D-830F-C228-F16A-8D6109D152C4}"/>
                    </a:ext>
                  </a:extLst>
                </p:cNvPr>
                <p:cNvSpPr/>
                <p:nvPr/>
              </p:nvSpPr>
              <p:spPr>
                <a:xfrm>
                  <a:off x="6411311" y="2443347"/>
                  <a:ext cx="685138" cy="25680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萃取</a:t>
                  </a:r>
                </a:p>
              </p:txBody>
            </p:sp>
            <p:sp>
              <p:nvSpPr>
                <p:cNvPr id="26" name="矩形: 圆角 25">
                  <a:extLst>
                    <a:ext uri="{FF2B5EF4-FFF2-40B4-BE49-F238E27FC236}">
                      <a16:creationId xmlns:a16="http://schemas.microsoft.com/office/drawing/2014/main" id="{81A01B51-E76C-860D-EF7B-E1F0CB37827A}"/>
                    </a:ext>
                  </a:extLst>
                </p:cNvPr>
                <p:cNvSpPr/>
                <p:nvPr/>
              </p:nvSpPr>
              <p:spPr>
                <a:xfrm>
                  <a:off x="6411311" y="2824492"/>
                  <a:ext cx="685138" cy="25680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F5BA6431-7FB3-2750-0239-E672DFAC8107}"/>
                    </a:ext>
                  </a:extLst>
                </p:cNvPr>
                <p:cNvCxnSpPr>
                  <a:cxnSpLocks/>
                </p:cNvCxnSpPr>
                <p:nvPr/>
              </p:nvCxnSpPr>
              <p:spPr>
                <a:xfrm>
                  <a:off x="7252379" y="2395379"/>
                  <a:ext cx="7209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圆角 27">
                  <a:extLst>
                    <a:ext uri="{FF2B5EF4-FFF2-40B4-BE49-F238E27FC236}">
                      <a16:creationId xmlns:a16="http://schemas.microsoft.com/office/drawing/2014/main" id="{A7432AE9-7157-FBD5-F343-2DB5AE400A84}"/>
                    </a:ext>
                  </a:extLst>
                </p:cNvPr>
                <p:cNvSpPr/>
                <p:nvPr/>
              </p:nvSpPr>
              <p:spPr>
                <a:xfrm>
                  <a:off x="7973348" y="2188369"/>
                  <a:ext cx="1126565" cy="4140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高纯度己内酰胺单体</a:t>
                  </a:r>
                </a:p>
              </p:txBody>
            </p:sp>
          </p:grpSp>
          <p:sp>
            <p:nvSpPr>
              <p:cNvPr id="12" name="文本框 11">
                <a:extLst>
                  <a:ext uri="{FF2B5EF4-FFF2-40B4-BE49-F238E27FC236}">
                    <a16:creationId xmlns:a16="http://schemas.microsoft.com/office/drawing/2014/main" id="{A8DC2294-8C8E-F51F-CCD8-66235708B791}"/>
                  </a:ext>
                </a:extLst>
              </p:cNvPr>
              <p:cNvSpPr txBox="1"/>
              <p:nvPr/>
            </p:nvSpPr>
            <p:spPr>
              <a:xfrm>
                <a:off x="5978542" y="2900837"/>
                <a:ext cx="800219" cy="276999"/>
              </a:xfrm>
              <a:prstGeom prst="rect">
                <a:avLst/>
              </a:prstGeom>
              <a:noFill/>
            </p:spPr>
            <p:txBody>
              <a:bodyPr wrap="none" rtlCol="0">
                <a:spAutoFit/>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分离纯化</a:t>
                </a:r>
              </a:p>
            </p:txBody>
          </p:sp>
        </p:grpSp>
        <p:sp>
          <p:nvSpPr>
            <p:cNvPr id="10" name="文本框 9">
              <a:extLst>
                <a:ext uri="{FF2B5EF4-FFF2-40B4-BE49-F238E27FC236}">
                  <a16:creationId xmlns:a16="http://schemas.microsoft.com/office/drawing/2014/main" id="{5CA47941-02A3-C653-C6CA-7A6E8F23BE9F}"/>
                </a:ext>
              </a:extLst>
            </p:cNvPr>
            <p:cNvSpPr txBox="1"/>
            <p:nvPr/>
          </p:nvSpPr>
          <p:spPr>
            <a:xfrm>
              <a:off x="1583480" y="2236281"/>
              <a:ext cx="1415772" cy="276999"/>
            </a:xfrm>
            <a:prstGeom prst="rect">
              <a:avLst/>
            </a:prstGeom>
            <a:noFill/>
          </p:spPr>
          <p:txBody>
            <a:bodyPr wrap="none" rtlCol="0">
              <a:spAutoFit/>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采用亚临界水体系</a:t>
              </a:r>
            </a:p>
          </p:txBody>
        </p:sp>
      </p:grpSp>
      <p:sp>
        <p:nvSpPr>
          <p:cNvPr id="29" name="文本框 28">
            <a:extLst>
              <a:ext uri="{FF2B5EF4-FFF2-40B4-BE49-F238E27FC236}">
                <a16:creationId xmlns:a16="http://schemas.microsoft.com/office/drawing/2014/main" id="{7C7467F2-73D1-20F8-F36F-89D4D07AA461}"/>
              </a:ext>
            </a:extLst>
          </p:cNvPr>
          <p:cNvSpPr txBox="1"/>
          <p:nvPr/>
        </p:nvSpPr>
        <p:spPr>
          <a:xfrm>
            <a:off x="2633148" y="3709489"/>
            <a:ext cx="3493264" cy="276999"/>
          </a:xfrm>
          <a:prstGeom prst="rect">
            <a:avLst/>
          </a:prstGeom>
          <a:noFill/>
        </p:spPr>
        <p:txBody>
          <a:bodyPr wrap="none" rtlCol="0">
            <a:spAutoFit/>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废旧尼龙</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水热催化解聚制备高纯度单体技术路线</a:t>
            </a:r>
          </a:p>
        </p:txBody>
      </p:sp>
      <p:sp>
        <p:nvSpPr>
          <p:cNvPr id="6" name="文本框 5">
            <a:extLst>
              <a:ext uri="{FF2B5EF4-FFF2-40B4-BE49-F238E27FC236}">
                <a16:creationId xmlns:a16="http://schemas.microsoft.com/office/drawing/2014/main" id="{6C8E38F4-BC69-9EAF-7B2D-8D0E001CCAB0}"/>
              </a:ext>
            </a:extLst>
          </p:cNvPr>
          <p:cNvSpPr txBox="1"/>
          <p:nvPr/>
        </p:nvSpPr>
        <p:spPr>
          <a:xfrm>
            <a:off x="150983" y="856666"/>
            <a:ext cx="4339650" cy="276999"/>
          </a:xfrm>
          <a:prstGeom prst="rect">
            <a:avLst/>
          </a:prstGeom>
          <a:gradFill flip="none" rotWithShape="1">
            <a:gsLst>
              <a:gs pos="0">
                <a:srgbClr val="996633">
                  <a:tint val="66000"/>
                  <a:satMod val="160000"/>
                </a:srgbClr>
              </a:gs>
              <a:gs pos="50000">
                <a:srgbClr val="996633">
                  <a:tint val="44500"/>
                  <a:satMod val="160000"/>
                </a:srgbClr>
              </a:gs>
              <a:gs pos="100000">
                <a:srgbClr val="996633">
                  <a:tint val="23500"/>
                  <a:satMod val="160000"/>
                </a:srgbClr>
              </a:gs>
            </a:gsLst>
            <a:lin ang="2700000" scaled="1"/>
            <a:tileRect/>
          </a:gradFill>
        </p:spPr>
        <p:txBody>
          <a:bodyPr wrap="none" rtlCol="0">
            <a:spAutoFit/>
          </a:bodyPr>
          <a:lstStyle/>
          <a:p>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废旧尼龙水热解聚技术绿色低碳，工艺流程短，单体纯度高。</a:t>
            </a:r>
            <a:endPar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50966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25</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47505531-71BA-2191-259C-6BD173482A0A}"/>
              </a:ext>
            </a:extLst>
          </p:cNvPr>
          <p:cNvSpPr txBox="1"/>
          <p:nvPr>
            <p:custDataLst>
              <p:tags r:id="rId3"/>
            </p:custDataLst>
          </p:nvPr>
        </p:nvSpPr>
        <p:spPr>
          <a:xfrm>
            <a:off x="468629" y="41275"/>
            <a:ext cx="3704359" cy="37973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三、研究内容</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技术路线</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3" name="组合 2">
            <a:extLst>
              <a:ext uri="{FF2B5EF4-FFF2-40B4-BE49-F238E27FC236}">
                <a16:creationId xmlns:a16="http://schemas.microsoft.com/office/drawing/2014/main" id="{F81123CF-3D92-99CC-0444-5457B7E6A1A5}"/>
              </a:ext>
            </a:extLst>
          </p:cNvPr>
          <p:cNvGrpSpPr/>
          <p:nvPr/>
        </p:nvGrpSpPr>
        <p:grpSpPr>
          <a:xfrm>
            <a:off x="79374" y="704631"/>
            <a:ext cx="8843010" cy="1446530"/>
            <a:chOff x="98584" y="1146326"/>
            <a:chExt cx="8843010" cy="1446530"/>
          </a:xfrm>
        </p:grpSpPr>
        <p:sp>
          <p:nvSpPr>
            <p:cNvPr id="8" name="矩形: 圆角 18">
              <a:extLst>
                <a:ext uri="{FF2B5EF4-FFF2-40B4-BE49-F238E27FC236}">
                  <a16:creationId xmlns:a16="http://schemas.microsoft.com/office/drawing/2014/main" id="{FD11AA78-3200-CC33-27AA-5E0E44CB9D5C}"/>
                </a:ext>
              </a:extLst>
            </p:cNvPr>
            <p:cNvSpPr/>
            <p:nvPr/>
          </p:nvSpPr>
          <p:spPr>
            <a:xfrm>
              <a:off x="98584" y="1146326"/>
              <a:ext cx="8843010" cy="144653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0" name="矩形 9">
              <a:extLst>
                <a:ext uri="{FF2B5EF4-FFF2-40B4-BE49-F238E27FC236}">
                  <a16:creationId xmlns:a16="http://schemas.microsoft.com/office/drawing/2014/main" id="{C0572553-D4B7-E49E-956F-4C6EFCE2744E}"/>
                </a:ext>
              </a:extLst>
            </p:cNvPr>
            <p:cNvSpPr/>
            <p:nvPr/>
          </p:nvSpPr>
          <p:spPr>
            <a:xfrm>
              <a:off x="193040" y="1173875"/>
              <a:ext cx="8566150" cy="1383665"/>
            </a:xfrm>
            <a:prstGeom prst="rect">
              <a:avLst/>
            </a:prstGeom>
          </p:spPr>
          <p:txBody>
            <a:bodyPr wrap="square">
              <a:spAutoFit/>
            </a:bodyPr>
            <a:lstStyle/>
            <a:p>
              <a:pPr marL="285750" lvl="0" indent="-285750" algn="just" defTabSz="609600">
                <a:lnSpc>
                  <a:spcPct val="150000"/>
                </a:lnSpc>
                <a:buClrTx/>
                <a:buSzTx/>
                <a:buFont typeface="Wingdings" panose="05000000000000000000" pitchFamily="2" charset="2"/>
                <a:buChar char="l"/>
              </a:pPr>
              <a:r>
                <a:rPr lang="zh-CN" altLang="en-US" sz="1400" b="1" spc="-53" dirty="0">
                  <a:latin typeface="微软雅黑" panose="020B0503020204020204" pitchFamily="34" charset="-122"/>
                  <a:ea typeface="微软雅黑" panose="020B0503020204020204" pitchFamily="34" charset="-122"/>
                  <a:cs typeface="Arial" panose="020B0604020202020204" pitchFamily="34" charset="0"/>
                  <a:sym typeface="+mn-ea"/>
                </a:rPr>
                <a:t>对产物组分进行物性分析，利用</a:t>
              </a:r>
              <a:r>
                <a:rPr lang="zh-CN" altLang="en-US" sz="1400" b="1" spc="-53" dirty="0">
                  <a:solidFill>
                    <a:srgbClr val="FF0000"/>
                  </a:solidFill>
                  <a:latin typeface="微软雅黑" panose="020B0503020204020204" pitchFamily="34" charset="-122"/>
                  <a:ea typeface="微软雅黑" panose="020B0503020204020204" pitchFamily="34" charset="-122"/>
                  <a:cs typeface="Arial" panose="020B0604020202020204" pitchFamily="34" charset="0"/>
                  <a:sym typeface="+mn-ea"/>
                </a:rPr>
                <a:t>组分的性质差异</a:t>
              </a:r>
              <a:r>
                <a:rPr lang="zh-CN" altLang="en-US" sz="1400" b="1" spc="-53" dirty="0">
                  <a:latin typeface="微软雅黑" panose="020B0503020204020204" pitchFamily="34" charset="-122"/>
                  <a:ea typeface="微软雅黑" panose="020B0503020204020204" pitchFamily="34" charset="-122"/>
                  <a:cs typeface="Arial" panose="020B0604020202020204" pitchFamily="34" charset="0"/>
                  <a:sym typeface="+mn-ea"/>
                </a:rPr>
                <a:t>（沸点、溶解性、相容性、吸附选择性、渗透性等）选择相应的手段进行分离</a:t>
              </a:r>
              <a:endParaRPr lang="en-US" altLang="zh-CN" sz="1400" b="1" spc="-53" dirty="0">
                <a:latin typeface="微软雅黑" panose="020B0503020204020204" pitchFamily="34" charset="-122"/>
                <a:ea typeface="微软雅黑" panose="020B0503020204020204" pitchFamily="34" charset="-122"/>
                <a:cs typeface="Arial" panose="020B0604020202020204" pitchFamily="34" charset="0"/>
                <a:sym typeface="+mn-ea"/>
              </a:endParaRPr>
            </a:p>
            <a:p>
              <a:pPr marL="285750" lvl="0" indent="-285750" algn="just" defTabSz="609600">
                <a:lnSpc>
                  <a:spcPct val="150000"/>
                </a:lnSpc>
                <a:buClrTx/>
                <a:buSzTx/>
                <a:buFont typeface="Wingdings" panose="05000000000000000000" pitchFamily="2" charset="2"/>
                <a:buChar char="l"/>
              </a:pPr>
              <a:r>
                <a:rPr lang="zh-CN" altLang="en-US" sz="1400" b="1" spc="-53" dirty="0">
                  <a:latin typeface="微软雅黑" panose="020B0503020204020204" pitchFamily="34" charset="-122"/>
                  <a:ea typeface="微软雅黑" panose="020B0503020204020204" pitchFamily="34" charset="-122"/>
                  <a:cs typeface="Arial" panose="020B0604020202020204" pitchFamily="34" charset="0"/>
                  <a:sym typeface="+mn-ea"/>
                </a:rPr>
                <a:t>对与己内酰胺</a:t>
              </a:r>
              <a:r>
                <a:rPr lang="zh-CN" altLang="en-US" sz="1400" b="1" spc="-53" dirty="0">
                  <a:solidFill>
                    <a:srgbClr val="FF0000"/>
                  </a:solidFill>
                  <a:latin typeface="微软雅黑" panose="020B0503020204020204" pitchFamily="34" charset="-122"/>
                  <a:ea typeface="微软雅黑" panose="020B0503020204020204" pitchFamily="34" charset="-122"/>
                  <a:cs typeface="Arial" panose="020B0604020202020204" pitchFamily="34" charset="0"/>
                  <a:sym typeface="+mn-ea"/>
                </a:rPr>
                <a:t>性质相近的组分</a:t>
              </a:r>
              <a:r>
                <a:rPr lang="zh-CN" altLang="en-US" sz="1400" b="1" spc="-53" dirty="0">
                  <a:latin typeface="微软雅黑" panose="020B0503020204020204" pitchFamily="34" charset="-122"/>
                  <a:ea typeface="微软雅黑" panose="020B0503020204020204" pitchFamily="34" charset="-122"/>
                  <a:cs typeface="Arial" panose="020B0604020202020204" pitchFamily="34" charset="0"/>
                  <a:sym typeface="+mn-ea"/>
                </a:rPr>
                <a:t>进行</a:t>
              </a:r>
              <a:r>
                <a:rPr lang="zh-CN" altLang="en-US" sz="1400" b="1" spc="-53" dirty="0">
                  <a:solidFill>
                    <a:srgbClr val="FF0000"/>
                  </a:solidFill>
                  <a:latin typeface="微软雅黑" panose="020B0503020204020204" pitchFamily="34" charset="-122"/>
                  <a:ea typeface="微软雅黑" panose="020B0503020204020204" pitchFamily="34" charset="-122"/>
                  <a:cs typeface="Arial" panose="020B0604020202020204" pitchFamily="34" charset="0"/>
                  <a:sym typeface="+mn-ea"/>
                </a:rPr>
                <a:t>氧化还原</a:t>
              </a:r>
              <a:r>
                <a:rPr lang="zh-CN" altLang="en-US" sz="1400" b="1" spc="-53" dirty="0">
                  <a:latin typeface="微软雅黑" panose="020B0503020204020204" pitchFamily="34" charset="-122"/>
                  <a:ea typeface="微软雅黑" panose="020B0503020204020204" pitchFamily="34" charset="-122"/>
                  <a:cs typeface="Arial" panose="020B0604020202020204" pitchFamily="34" charset="0"/>
                  <a:sym typeface="+mn-ea"/>
                </a:rPr>
                <a:t>的特异性处理（</a:t>
              </a:r>
              <a:r>
                <a:rPr lang="zh-CN" altLang="en-US" sz="1400" b="1" spc="-53" dirty="0">
                  <a:solidFill>
                    <a:srgbClr val="FF0000"/>
                  </a:solidFill>
                  <a:latin typeface="微软雅黑" panose="020B0503020204020204" pitchFamily="34" charset="-122"/>
                  <a:ea typeface="微软雅黑" panose="020B0503020204020204" pitchFamily="34" charset="-122"/>
                  <a:cs typeface="Arial" panose="020B0604020202020204" pitchFamily="34" charset="0"/>
                  <a:sym typeface="+mn-ea"/>
                </a:rPr>
                <a:t>选择性加氢</a:t>
              </a:r>
              <a:r>
                <a:rPr lang="zh-CN" altLang="en-US" sz="1400" b="1" spc="-53" dirty="0">
                  <a:latin typeface="微软雅黑" panose="020B0503020204020204" pitchFamily="34" charset="-122"/>
                  <a:ea typeface="微软雅黑" panose="020B0503020204020204" pitchFamily="34" charset="-122"/>
                  <a:cs typeface="Arial" panose="020B0604020202020204" pitchFamily="34" charset="0"/>
                  <a:sym typeface="+mn-ea"/>
                </a:rPr>
                <a:t>等）</a:t>
              </a:r>
            </a:p>
            <a:p>
              <a:pPr marL="285750" lvl="0" indent="-285750" algn="just" defTabSz="609600">
                <a:lnSpc>
                  <a:spcPct val="150000"/>
                </a:lnSpc>
                <a:buClrTx/>
                <a:buSzTx/>
                <a:buFont typeface="Wingdings" panose="05000000000000000000" pitchFamily="2" charset="2"/>
                <a:buChar char="l"/>
              </a:pPr>
              <a:r>
                <a:rPr lang="zh-CN" altLang="en-US" sz="1400" b="1" spc="-53" dirty="0">
                  <a:latin typeface="微软雅黑" panose="020B0503020204020204" pitchFamily="34" charset="-122"/>
                  <a:ea typeface="微软雅黑" panose="020B0503020204020204" pitchFamily="34" charset="-122"/>
                  <a:cs typeface="Arial" panose="020B0604020202020204" pitchFamily="34" charset="0"/>
                  <a:sym typeface="+mn-ea"/>
                </a:rPr>
                <a:t>开发高效的己内酰胺</a:t>
              </a:r>
              <a:r>
                <a:rPr lang="zh-CN" altLang="en-US" sz="1400" b="1" spc="-53" dirty="0">
                  <a:solidFill>
                    <a:srgbClr val="FF0000"/>
                  </a:solidFill>
                  <a:latin typeface="微软雅黑" panose="020B0503020204020204" pitchFamily="34" charset="-122"/>
                  <a:ea typeface="微软雅黑" panose="020B0503020204020204" pitchFamily="34" charset="-122"/>
                  <a:cs typeface="Arial" panose="020B0604020202020204" pitchFamily="34" charset="0"/>
                  <a:sym typeface="+mn-ea"/>
                </a:rPr>
                <a:t>分离和纯化组合技术</a:t>
              </a:r>
              <a:r>
                <a:rPr lang="zh-CN" altLang="en-US" sz="1400" b="1" spc="-53" dirty="0">
                  <a:latin typeface="微软雅黑" panose="020B0503020204020204" pitchFamily="34" charset="-122"/>
                  <a:ea typeface="微软雅黑" panose="020B0503020204020204" pitchFamily="34" charset="-122"/>
                  <a:cs typeface="Arial" panose="020B0604020202020204" pitchFamily="34" charset="0"/>
                  <a:sym typeface="+mn-ea"/>
                </a:rPr>
                <a:t>，采用多种技术手段进行分离，提升己内酰胺纯度</a:t>
              </a:r>
            </a:p>
          </p:txBody>
        </p:sp>
      </p:grpSp>
      <p:pic>
        <p:nvPicPr>
          <p:cNvPr id="11" name="图片 10">
            <a:extLst>
              <a:ext uri="{FF2B5EF4-FFF2-40B4-BE49-F238E27FC236}">
                <a16:creationId xmlns:a16="http://schemas.microsoft.com/office/drawing/2014/main" id="{9C48D122-80F9-44DF-1B45-C8E63ED34EC0}"/>
              </a:ext>
            </a:extLst>
          </p:cNvPr>
          <p:cNvPicPr/>
          <p:nvPr/>
        </p:nvPicPr>
        <p:blipFill>
          <a:blip r:embed="rId6"/>
          <a:stretch>
            <a:fillRect/>
          </a:stretch>
        </p:blipFill>
        <p:spPr>
          <a:xfrm>
            <a:off x="2379064" y="2644922"/>
            <a:ext cx="1951990" cy="986790"/>
          </a:xfrm>
          <a:prstGeom prst="rect">
            <a:avLst/>
          </a:prstGeom>
          <a:noFill/>
          <a:ln w="9525">
            <a:noFill/>
          </a:ln>
        </p:spPr>
      </p:pic>
      <p:pic>
        <p:nvPicPr>
          <p:cNvPr id="12" name="图片 11">
            <a:extLst>
              <a:ext uri="{FF2B5EF4-FFF2-40B4-BE49-F238E27FC236}">
                <a16:creationId xmlns:a16="http://schemas.microsoft.com/office/drawing/2014/main" id="{A16C4704-A1B0-DBDA-63D6-242FA1D1E1DC}"/>
              </a:ext>
            </a:extLst>
          </p:cNvPr>
          <p:cNvPicPr/>
          <p:nvPr/>
        </p:nvPicPr>
        <p:blipFill>
          <a:blip r:embed="rId7"/>
          <a:srcRect t="301" b="5302"/>
          <a:stretch>
            <a:fillRect/>
          </a:stretch>
        </p:blipFill>
        <p:spPr>
          <a:xfrm>
            <a:off x="19561" y="2643760"/>
            <a:ext cx="2102485" cy="987425"/>
          </a:xfrm>
          <a:prstGeom prst="rect">
            <a:avLst/>
          </a:prstGeom>
          <a:noFill/>
          <a:ln w="9525">
            <a:noFill/>
          </a:ln>
        </p:spPr>
      </p:pic>
      <p:sp>
        <p:nvSpPr>
          <p:cNvPr id="14" name="矩形: 圆角 13">
            <a:extLst>
              <a:ext uri="{FF2B5EF4-FFF2-40B4-BE49-F238E27FC236}">
                <a16:creationId xmlns:a16="http://schemas.microsoft.com/office/drawing/2014/main" id="{DC0AED1F-CC34-FE29-71A2-A19C79ED5C60}"/>
              </a:ext>
            </a:extLst>
          </p:cNvPr>
          <p:cNvSpPr/>
          <p:nvPr/>
        </p:nvSpPr>
        <p:spPr>
          <a:xfrm>
            <a:off x="899490" y="3889207"/>
            <a:ext cx="1099185" cy="313055"/>
          </a:xfrm>
          <a:prstGeom prst="roundRect">
            <a:avLst/>
          </a:prstGeom>
          <a:noFill/>
          <a:ln>
            <a:noFill/>
          </a:ln>
          <a:extLst>
            <a:ext uri="{909E8E84-426E-40DD-AFC4-6F175D3DCCD1}">
              <a14:hiddenFill xmlns:a14="http://schemas.microsoft.com/office/drawing/2010/main">
                <a:solidFill>
                  <a:schemeClr val="accent6">
                    <a:lumMod val="40000"/>
                    <a:lumOff val="60000"/>
                  </a:schemeClr>
                </a:solidFill>
              </a14:hiddenFill>
            </a:ext>
          </a:extLst>
        </p:spPr>
        <p:style>
          <a:lnRef idx="1">
            <a:schemeClr val="accent4"/>
          </a:lnRef>
          <a:fillRef idx="2">
            <a:schemeClr val="accent4"/>
          </a:fillRef>
          <a:effectRef idx="1">
            <a:schemeClr val="accent4"/>
          </a:effectRef>
          <a:fontRef idx="minor">
            <a:schemeClr val="dk1"/>
          </a:fontRef>
        </p:style>
        <p:txBody>
          <a:bodyPr rtlCol="0" anchor="ctr"/>
          <a:lstStyle/>
          <a:p>
            <a:pPr indent="0">
              <a:lnSpc>
                <a:spcPct val="150000"/>
              </a:lnSpc>
              <a:buFont typeface="Arial" panose="020B0604020202020204" pitchFamily="34" charset="0"/>
              <a:buNone/>
            </a:pPr>
            <a:r>
              <a:rPr lang="zh-CN" altLang="en-US" sz="1400" b="1" dirty="0">
                <a:latin typeface="微软雅黑" panose="020B0503020204020204" pitchFamily="34" charset="-122"/>
                <a:ea typeface="微软雅黑" panose="020B0503020204020204" pitchFamily="34" charset="-122"/>
              </a:rPr>
              <a:t>蒸馏</a:t>
            </a:r>
          </a:p>
        </p:txBody>
      </p:sp>
      <p:sp>
        <p:nvSpPr>
          <p:cNvPr id="15" name="矩形: 圆角 14">
            <a:extLst>
              <a:ext uri="{FF2B5EF4-FFF2-40B4-BE49-F238E27FC236}">
                <a16:creationId xmlns:a16="http://schemas.microsoft.com/office/drawing/2014/main" id="{D5D1A953-F418-2E8B-19D1-51C748FCAC32}"/>
              </a:ext>
            </a:extLst>
          </p:cNvPr>
          <p:cNvSpPr/>
          <p:nvPr/>
        </p:nvSpPr>
        <p:spPr>
          <a:xfrm>
            <a:off x="3242252" y="3889206"/>
            <a:ext cx="773890" cy="313055"/>
          </a:xfrm>
          <a:prstGeom prst="roundRect">
            <a:avLst/>
          </a:prstGeom>
          <a:noFill/>
          <a:ln>
            <a:noFill/>
          </a:ln>
          <a:extLst>
            <a:ext uri="{909E8E84-426E-40DD-AFC4-6F175D3DCCD1}">
              <a14:hiddenFill xmlns:a14="http://schemas.microsoft.com/office/drawing/2010/main">
                <a:solidFill>
                  <a:schemeClr val="accent6">
                    <a:lumMod val="40000"/>
                    <a:lumOff val="60000"/>
                  </a:schemeClr>
                </a:solidFill>
              </a14:hiddenFill>
            </a:ext>
          </a:extLst>
        </p:spPr>
        <p:style>
          <a:lnRef idx="1">
            <a:schemeClr val="accent4"/>
          </a:lnRef>
          <a:fillRef idx="2">
            <a:schemeClr val="accent4"/>
          </a:fillRef>
          <a:effectRef idx="1">
            <a:schemeClr val="accent4"/>
          </a:effectRef>
          <a:fontRef idx="minor">
            <a:schemeClr val="dk1"/>
          </a:fontRef>
        </p:style>
        <p:txBody>
          <a:bodyPr rtlCol="0" anchor="ctr"/>
          <a:lstStyle/>
          <a:p>
            <a:pPr indent="0">
              <a:lnSpc>
                <a:spcPct val="150000"/>
              </a:lnSpc>
              <a:buFont typeface="Arial" panose="020B0604020202020204" pitchFamily="34" charset="0"/>
              <a:buNone/>
            </a:pPr>
            <a:r>
              <a:rPr lang="zh-CN" altLang="en-US" sz="1400" b="1" dirty="0">
                <a:latin typeface="微软雅黑" panose="020B0503020204020204" pitchFamily="34" charset="-122"/>
                <a:ea typeface="微软雅黑" panose="020B0503020204020204" pitchFamily="34" charset="-122"/>
              </a:rPr>
              <a:t>萃取</a:t>
            </a:r>
          </a:p>
        </p:txBody>
      </p:sp>
      <p:pic>
        <p:nvPicPr>
          <p:cNvPr id="17" name="图片 16">
            <a:extLst>
              <a:ext uri="{FF2B5EF4-FFF2-40B4-BE49-F238E27FC236}">
                <a16:creationId xmlns:a16="http://schemas.microsoft.com/office/drawing/2014/main" id="{E65D61B1-916F-D391-8AF7-C1CBB6E1D95A}"/>
              </a:ext>
            </a:extLst>
          </p:cNvPr>
          <p:cNvPicPr/>
          <p:nvPr/>
        </p:nvPicPr>
        <p:blipFill>
          <a:blip r:embed="rId8"/>
          <a:stretch>
            <a:fillRect/>
          </a:stretch>
        </p:blipFill>
        <p:spPr>
          <a:xfrm>
            <a:off x="4588072" y="2643760"/>
            <a:ext cx="1896745" cy="1022985"/>
          </a:xfrm>
          <a:prstGeom prst="rect">
            <a:avLst/>
          </a:prstGeom>
          <a:noFill/>
          <a:ln w="9525">
            <a:noFill/>
          </a:ln>
        </p:spPr>
      </p:pic>
      <p:sp>
        <p:nvSpPr>
          <p:cNvPr id="18" name="矩形: 圆角 14">
            <a:extLst>
              <a:ext uri="{FF2B5EF4-FFF2-40B4-BE49-F238E27FC236}">
                <a16:creationId xmlns:a16="http://schemas.microsoft.com/office/drawing/2014/main" id="{13EECA89-7008-7002-2907-44ED8CCEB512}"/>
              </a:ext>
            </a:extLst>
          </p:cNvPr>
          <p:cNvSpPr/>
          <p:nvPr/>
        </p:nvSpPr>
        <p:spPr>
          <a:xfrm>
            <a:off x="5244662" y="3892476"/>
            <a:ext cx="1240155" cy="313055"/>
          </a:xfrm>
          <a:prstGeom prst="roundRect">
            <a:avLst/>
          </a:prstGeom>
          <a:noFill/>
          <a:ln>
            <a:noFill/>
          </a:ln>
          <a:extLst>
            <a:ext uri="{909E8E84-426E-40DD-AFC4-6F175D3DCCD1}">
              <a14:hiddenFill xmlns:a14="http://schemas.microsoft.com/office/drawing/2010/main">
                <a:solidFill>
                  <a:schemeClr val="accent6">
                    <a:lumMod val="40000"/>
                    <a:lumOff val="60000"/>
                  </a:schemeClr>
                </a:solidFill>
              </a14:hiddenFill>
            </a:ext>
          </a:extLst>
        </p:spPr>
        <p:style>
          <a:lnRef idx="1">
            <a:schemeClr val="accent4"/>
          </a:lnRef>
          <a:fillRef idx="2">
            <a:schemeClr val="accent4"/>
          </a:fillRef>
          <a:effectRef idx="1">
            <a:schemeClr val="accent4"/>
          </a:effectRef>
          <a:fontRef idx="minor">
            <a:schemeClr val="dk1"/>
          </a:fontRef>
        </p:style>
        <p:txBody>
          <a:bodyPr rtlCol="0" anchor="ctr"/>
          <a:lstStyle/>
          <a:p>
            <a:pPr indent="0">
              <a:lnSpc>
                <a:spcPct val="150000"/>
              </a:lnSpc>
              <a:buFont typeface="Arial" panose="020B0604020202020204" pitchFamily="34" charset="0"/>
              <a:buNone/>
            </a:pPr>
            <a:r>
              <a:rPr lang="zh-CN" altLang="en-US" sz="1400" b="1" dirty="0">
                <a:latin typeface="微软雅黑" panose="020B0503020204020204" pitchFamily="34" charset="-122"/>
                <a:ea typeface="微软雅黑" panose="020B0503020204020204" pitchFamily="34" charset="-122"/>
              </a:rPr>
              <a:t>选择性加氢</a:t>
            </a:r>
          </a:p>
        </p:txBody>
      </p:sp>
      <p:pic>
        <p:nvPicPr>
          <p:cNvPr id="19" name="图片 18">
            <a:extLst>
              <a:ext uri="{FF2B5EF4-FFF2-40B4-BE49-F238E27FC236}">
                <a16:creationId xmlns:a16="http://schemas.microsoft.com/office/drawing/2014/main" id="{726C2834-7E67-B7B1-44AE-E51E2FAB845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676430" y="2309598"/>
            <a:ext cx="2453604" cy="1579608"/>
          </a:xfrm>
          <a:prstGeom prst="rect">
            <a:avLst/>
          </a:prstGeom>
        </p:spPr>
      </p:pic>
      <p:sp>
        <p:nvSpPr>
          <p:cNvPr id="20" name="矩形: 圆角 14">
            <a:extLst>
              <a:ext uri="{FF2B5EF4-FFF2-40B4-BE49-F238E27FC236}">
                <a16:creationId xmlns:a16="http://schemas.microsoft.com/office/drawing/2014/main" id="{093E79A5-05BF-9C43-872B-C607840D0369}"/>
              </a:ext>
            </a:extLst>
          </p:cNvPr>
          <p:cNvSpPr/>
          <p:nvPr/>
        </p:nvSpPr>
        <p:spPr>
          <a:xfrm>
            <a:off x="8100490" y="3897182"/>
            <a:ext cx="1240155" cy="313055"/>
          </a:xfrm>
          <a:prstGeom prst="roundRect">
            <a:avLst/>
          </a:prstGeom>
          <a:noFill/>
          <a:ln>
            <a:noFill/>
          </a:ln>
          <a:extLst>
            <a:ext uri="{909E8E84-426E-40DD-AFC4-6F175D3DCCD1}">
              <a14:hiddenFill xmlns:a14="http://schemas.microsoft.com/office/drawing/2010/main">
                <a:solidFill>
                  <a:schemeClr val="accent6">
                    <a:lumMod val="40000"/>
                    <a:lumOff val="60000"/>
                  </a:schemeClr>
                </a:solidFill>
              </a14:hiddenFill>
            </a:ext>
          </a:extLst>
        </p:spPr>
        <p:style>
          <a:lnRef idx="1">
            <a:schemeClr val="accent4"/>
          </a:lnRef>
          <a:fillRef idx="2">
            <a:schemeClr val="accent4"/>
          </a:fillRef>
          <a:effectRef idx="1">
            <a:schemeClr val="accent4"/>
          </a:effectRef>
          <a:fontRef idx="minor">
            <a:schemeClr val="dk1"/>
          </a:fontRef>
        </p:style>
        <p:txBody>
          <a:bodyPr rtlCol="0" anchor="ctr"/>
          <a:lstStyle/>
          <a:p>
            <a:pPr indent="0">
              <a:lnSpc>
                <a:spcPct val="150000"/>
              </a:lnSpc>
              <a:buFont typeface="Arial" panose="020B0604020202020204" pitchFamily="34" charset="0"/>
              <a:buNone/>
            </a:pPr>
            <a:r>
              <a:rPr lang="zh-CN" altLang="en-US" sz="1400" b="1" dirty="0">
                <a:latin typeface="微软雅黑" panose="020B0503020204020204" pitchFamily="34" charset="-122"/>
                <a:ea typeface="微软雅黑" panose="020B0503020204020204" pitchFamily="34" charset="-122"/>
              </a:rPr>
              <a:t>结晶</a:t>
            </a:r>
          </a:p>
        </p:txBody>
      </p:sp>
    </p:spTree>
    <p:extLst>
      <p:ext uri="{BB962C8B-B14F-4D97-AF65-F5344CB8AC3E}">
        <p14:creationId xmlns:p14="http://schemas.microsoft.com/office/powerpoint/2010/main" val="3735820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26</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E9E2A139-1173-6DD5-82F9-F71890D3E4B7}"/>
              </a:ext>
            </a:extLst>
          </p:cNvPr>
          <p:cNvSpPr txBox="1"/>
          <p:nvPr>
            <p:custDataLst>
              <p:tags r:id="rId3"/>
            </p:custDataLst>
          </p:nvPr>
        </p:nvSpPr>
        <p:spPr>
          <a:xfrm>
            <a:off x="468629" y="41275"/>
            <a:ext cx="3704359" cy="37973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三、研究内容</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现有基础</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3" name="组合 2">
            <a:extLst>
              <a:ext uri="{FF2B5EF4-FFF2-40B4-BE49-F238E27FC236}">
                <a16:creationId xmlns:a16="http://schemas.microsoft.com/office/drawing/2014/main" id="{85F94FE4-59D0-E1B3-A327-3C701DA770C3}"/>
              </a:ext>
            </a:extLst>
          </p:cNvPr>
          <p:cNvGrpSpPr/>
          <p:nvPr/>
        </p:nvGrpSpPr>
        <p:grpSpPr>
          <a:xfrm>
            <a:off x="1367387" y="519189"/>
            <a:ext cx="5611202" cy="2135634"/>
            <a:chOff x="244475" y="630602"/>
            <a:chExt cx="5569583" cy="2257878"/>
          </a:xfrm>
        </p:grpSpPr>
        <p:sp>
          <p:nvSpPr>
            <p:cNvPr id="8" name="文本框 7">
              <a:extLst>
                <a:ext uri="{FF2B5EF4-FFF2-40B4-BE49-F238E27FC236}">
                  <a16:creationId xmlns:a16="http://schemas.microsoft.com/office/drawing/2014/main" id="{9F7A540C-C388-C441-3EAA-30EACCD49313}"/>
                </a:ext>
              </a:extLst>
            </p:cNvPr>
            <p:cNvSpPr txBox="1"/>
            <p:nvPr/>
          </p:nvSpPr>
          <p:spPr>
            <a:xfrm>
              <a:off x="1583832" y="630602"/>
              <a:ext cx="3445078" cy="360010"/>
            </a:xfrm>
            <a:prstGeom prst="round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r>
                <a:rPr lang="zh-CN" altLang="en-US" sz="1400" b="1" dirty="0">
                  <a:ln w="0"/>
                  <a:solidFill>
                    <a:schemeClr val="tx1"/>
                  </a:solidFill>
                  <a:effectLst>
                    <a:outerShdw blurRad="38100" dist="19050" dir="2700000" algn="tl" rotWithShape="0">
                      <a:schemeClr val="dk1">
                        <a:alpha val="40000"/>
                      </a:schemeClr>
                    </a:outerShdw>
                  </a:effectLst>
                </a:rPr>
                <a:t>石科院</a:t>
              </a:r>
              <a:r>
                <a:rPr lang="en-US" altLang="zh-CN" sz="1400" b="1" dirty="0">
                  <a:ln w="0"/>
                  <a:solidFill>
                    <a:schemeClr val="tx1"/>
                  </a:solidFill>
                  <a:effectLst>
                    <a:outerShdw blurRad="38100" dist="19050" dir="2700000" algn="tl" rotWithShape="0">
                      <a:schemeClr val="dk1">
                        <a:alpha val="40000"/>
                      </a:schemeClr>
                    </a:outerShdw>
                  </a:effectLst>
                </a:rPr>
                <a:t>-</a:t>
              </a:r>
              <a:r>
                <a:rPr lang="zh-CN" altLang="en-US" sz="1400" b="1" dirty="0">
                  <a:ln w="0"/>
                  <a:solidFill>
                    <a:schemeClr val="tx1"/>
                  </a:solidFill>
                  <a:effectLst>
                    <a:outerShdw blurRad="38100" dist="19050" dir="2700000" algn="tl" rotWithShape="0">
                      <a:schemeClr val="dk1">
                        <a:alpha val="40000"/>
                      </a:schemeClr>
                    </a:outerShdw>
                  </a:effectLst>
                </a:rPr>
                <a:t>水热处理技术平台、分离纯化平台</a:t>
              </a:r>
            </a:p>
          </p:txBody>
        </p:sp>
        <p:pic>
          <p:nvPicPr>
            <p:cNvPr id="10" name="图片 9">
              <a:extLst>
                <a:ext uri="{FF2B5EF4-FFF2-40B4-BE49-F238E27FC236}">
                  <a16:creationId xmlns:a16="http://schemas.microsoft.com/office/drawing/2014/main" id="{25BA3076-6802-CD1B-3382-570A6F1A20FD}"/>
                </a:ext>
              </a:extLst>
            </p:cNvPr>
            <p:cNvPicPr>
              <a:picLocks noChangeAspect="1"/>
            </p:cNvPicPr>
            <p:nvPr/>
          </p:nvPicPr>
          <p:blipFill>
            <a:blip r:embed="rId6"/>
            <a:stretch>
              <a:fillRect/>
            </a:stretch>
          </p:blipFill>
          <p:spPr>
            <a:xfrm>
              <a:off x="244475" y="1172433"/>
              <a:ext cx="1736574" cy="1302431"/>
            </a:xfrm>
            <a:prstGeom prst="rect">
              <a:avLst/>
            </a:prstGeom>
          </p:spPr>
        </p:pic>
        <p:pic>
          <p:nvPicPr>
            <p:cNvPr id="11" name="图片 10">
              <a:extLst>
                <a:ext uri="{FF2B5EF4-FFF2-40B4-BE49-F238E27FC236}">
                  <a16:creationId xmlns:a16="http://schemas.microsoft.com/office/drawing/2014/main" id="{8C6AE3F9-B63B-9CF0-9202-56812EF9EA85}"/>
                </a:ext>
              </a:extLst>
            </p:cNvPr>
            <p:cNvPicPr>
              <a:picLocks noChangeAspect="1"/>
            </p:cNvPicPr>
            <p:nvPr/>
          </p:nvPicPr>
          <p:blipFill>
            <a:blip r:embed="rId7"/>
            <a:stretch>
              <a:fillRect/>
            </a:stretch>
          </p:blipFill>
          <p:spPr>
            <a:xfrm>
              <a:off x="2398488" y="1152429"/>
              <a:ext cx="1322435" cy="1322435"/>
            </a:xfrm>
            <a:prstGeom prst="rect">
              <a:avLst/>
            </a:prstGeom>
          </p:spPr>
        </p:pic>
        <p:sp>
          <p:nvSpPr>
            <p:cNvPr id="12" name="文本框 11">
              <a:extLst>
                <a:ext uri="{FF2B5EF4-FFF2-40B4-BE49-F238E27FC236}">
                  <a16:creationId xmlns:a16="http://schemas.microsoft.com/office/drawing/2014/main" id="{FD0F76BA-4824-5C65-89FE-147A558ADACB}"/>
                </a:ext>
              </a:extLst>
            </p:cNvPr>
            <p:cNvSpPr txBox="1"/>
            <p:nvPr/>
          </p:nvSpPr>
          <p:spPr>
            <a:xfrm>
              <a:off x="290830" y="2587348"/>
              <a:ext cx="1850048" cy="292854"/>
            </a:xfrm>
            <a:prstGeom prst="rect">
              <a:avLst/>
            </a:prstGeom>
            <a:noFill/>
          </p:spPr>
          <p:txBody>
            <a:bodyPr wrap="square">
              <a:spAutoFit/>
            </a:bodyPr>
            <a:lstStyle/>
            <a:p>
              <a:r>
                <a:rPr lang="zh-CN" altLang="en-US" sz="1200" b="0" i="0" u="none" strike="noStrike" baseline="0" dirty="0">
                  <a:solidFill>
                    <a:srgbClr val="FF0000"/>
                  </a:solidFill>
                  <a:latin typeface="微软雅黑" panose="020B0503020204020204" pitchFamily="34" charset="-122"/>
                  <a:ea typeface="微软雅黑" panose="020B0503020204020204" pitchFamily="34" charset="-122"/>
                </a:rPr>
                <a:t>连续式水热小试装置</a:t>
              </a:r>
              <a:endParaRPr lang="zh-CN" altLang="en-US" sz="12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D5BC5C98-993B-F31C-C84E-75CAB5030B83}"/>
                </a:ext>
              </a:extLst>
            </p:cNvPr>
            <p:cNvSpPr txBox="1"/>
            <p:nvPr/>
          </p:nvSpPr>
          <p:spPr>
            <a:xfrm>
              <a:off x="2320808" y="2595626"/>
              <a:ext cx="1629036" cy="292854"/>
            </a:xfrm>
            <a:prstGeom prst="rect">
              <a:avLst/>
            </a:prstGeom>
            <a:noFill/>
          </p:spPr>
          <p:txBody>
            <a:bodyPr wrap="square">
              <a:spAutoFit/>
            </a:bodyPr>
            <a:lstStyle/>
            <a:p>
              <a:r>
                <a:rPr lang="zh-CN" altLang="en-US" sz="1200" b="0" i="0" u="none" strike="noStrike" baseline="0" dirty="0">
                  <a:solidFill>
                    <a:srgbClr val="FF0000"/>
                  </a:solidFill>
                  <a:latin typeface="微软雅黑" panose="020B0503020204020204" pitchFamily="34" charset="-122"/>
                  <a:ea typeface="微软雅黑" panose="020B0503020204020204" pitchFamily="34" charset="-122"/>
                </a:rPr>
                <a:t>间歇式水热处理装置</a:t>
              </a:r>
              <a:endParaRPr lang="zh-CN" altLang="en-US" sz="1200" dirty="0">
                <a:latin typeface="微软雅黑" panose="020B0503020204020204" pitchFamily="34" charset="-122"/>
                <a:ea typeface="微软雅黑" panose="020B0503020204020204" pitchFamily="34" charset="-122"/>
              </a:endParaRPr>
            </a:p>
          </p:txBody>
        </p:sp>
        <p:pic>
          <p:nvPicPr>
            <p:cNvPr id="14" name="图片 13">
              <a:extLst>
                <a:ext uri="{FF2B5EF4-FFF2-40B4-BE49-F238E27FC236}">
                  <a16:creationId xmlns:a16="http://schemas.microsoft.com/office/drawing/2014/main" id="{6D6C8D29-799B-1672-5856-70E78D51E8CB}"/>
                </a:ext>
              </a:extLst>
            </p:cNvPr>
            <p:cNvPicPr>
              <a:picLocks noChangeAspect="1"/>
            </p:cNvPicPr>
            <p:nvPr/>
          </p:nvPicPr>
          <p:blipFill>
            <a:blip r:embed="rId8"/>
            <a:stretch>
              <a:fillRect/>
            </a:stretch>
          </p:blipFill>
          <p:spPr>
            <a:xfrm>
              <a:off x="4061213" y="1239917"/>
              <a:ext cx="1752845" cy="1428949"/>
            </a:xfrm>
            <a:prstGeom prst="rect">
              <a:avLst/>
            </a:prstGeom>
          </p:spPr>
        </p:pic>
        <p:sp>
          <p:nvSpPr>
            <p:cNvPr id="15" name="文本框 14">
              <a:extLst>
                <a:ext uri="{FF2B5EF4-FFF2-40B4-BE49-F238E27FC236}">
                  <a16:creationId xmlns:a16="http://schemas.microsoft.com/office/drawing/2014/main" id="{98785D9F-3A65-C886-B3B3-780404327925}"/>
                </a:ext>
              </a:extLst>
            </p:cNvPr>
            <p:cNvSpPr txBox="1"/>
            <p:nvPr/>
          </p:nvSpPr>
          <p:spPr>
            <a:xfrm>
              <a:off x="4377827" y="2595626"/>
              <a:ext cx="1261884" cy="292854"/>
            </a:xfrm>
            <a:prstGeom prst="rect">
              <a:avLst/>
            </a:prstGeom>
            <a:noFill/>
          </p:spPr>
          <p:txBody>
            <a:bodyPr wrap="square">
              <a:spAutoFit/>
            </a:bodyPr>
            <a:lstStyle/>
            <a:p>
              <a:r>
                <a:rPr lang="zh-CN" altLang="en-US" sz="1200" dirty="0">
                  <a:solidFill>
                    <a:srgbClr val="FF0000"/>
                  </a:solidFill>
                  <a:latin typeface="微软雅黑" panose="020B0503020204020204" pitchFamily="34" charset="-122"/>
                  <a:ea typeface="微软雅黑" panose="020B0503020204020204" pitchFamily="34" charset="-122"/>
                </a:rPr>
                <a:t>平行水热反应釜</a:t>
              </a:r>
            </a:p>
          </p:txBody>
        </p:sp>
      </p:grpSp>
      <p:pic>
        <p:nvPicPr>
          <p:cNvPr id="16" name="图片 15">
            <a:extLst>
              <a:ext uri="{FF2B5EF4-FFF2-40B4-BE49-F238E27FC236}">
                <a16:creationId xmlns:a16="http://schemas.microsoft.com/office/drawing/2014/main" id="{8B6C601E-7D7D-5EA4-FC57-161BFE1D6527}"/>
              </a:ext>
            </a:extLst>
          </p:cNvPr>
          <p:cNvPicPr>
            <a:picLocks noChangeAspect="1"/>
          </p:cNvPicPr>
          <p:nvPr/>
        </p:nvPicPr>
        <p:blipFill>
          <a:blip r:embed="rId9"/>
          <a:stretch>
            <a:fillRect/>
          </a:stretch>
        </p:blipFill>
        <p:spPr>
          <a:xfrm>
            <a:off x="1335818" y="2700493"/>
            <a:ext cx="4460925" cy="1859307"/>
          </a:xfrm>
          <a:prstGeom prst="rect">
            <a:avLst/>
          </a:prstGeom>
        </p:spPr>
      </p:pic>
      <p:sp>
        <p:nvSpPr>
          <p:cNvPr id="17" name="文本框 16">
            <a:extLst>
              <a:ext uri="{FF2B5EF4-FFF2-40B4-BE49-F238E27FC236}">
                <a16:creationId xmlns:a16="http://schemas.microsoft.com/office/drawing/2014/main" id="{5D5A7398-634F-4171-C3D2-C386AB42CCAB}"/>
              </a:ext>
            </a:extLst>
          </p:cNvPr>
          <p:cNvSpPr txBox="1"/>
          <p:nvPr/>
        </p:nvSpPr>
        <p:spPr>
          <a:xfrm>
            <a:off x="6732300" y="3403319"/>
            <a:ext cx="2339102" cy="276999"/>
          </a:xfrm>
          <a:prstGeom prst="rect">
            <a:avLst/>
          </a:prstGeom>
          <a:noFill/>
        </p:spPr>
        <p:txBody>
          <a:bodyPr wrap="none" rtlCol="0">
            <a:spAutoFit/>
          </a:bodyPr>
          <a:lstStyle/>
          <a:p>
            <a:r>
              <a:rPr lang="zh-CN" altLang="en-US" sz="1200" b="1" dirty="0">
                <a:latin typeface="微软雅黑" panose="020B0503020204020204" pitchFamily="34" charset="-122"/>
                <a:ea typeface="微软雅黑" panose="020B0503020204020204" pitchFamily="34" charset="-122"/>
              </a:rPr>
              <a:t>具备较成熟的分离纯化技术平台</a:t>
            </a:r>
          </a:p>
        </p:txBody>
      </p:sp>
      <p:sp>
        <p:nvSpPr>
          <p:cNvPr id="18" name="箭头: 左 17">
            <a:extLst>
              <a:ext uri="{FF2B5EF4-FFF2-40B4-BE49-F238E27FC236}">
                <a16:creationId xmlns:a16="http://schemas.microsoft.com/office/drawing/2014/main" id="{4D1F0EFA-73E4-1AEB-8155-7C92D1FF479A}"/>
              </a:ext>
            </a:extLst>
          </p:cNvPr>
          <p:cNvSpPr/>
          <p:nvPr/>
        </p:nvSpPr>
        <p:spPr>
          <a:xfrm>
            <a:off x="5801522" y="3327305"/>
            <a:ext cx="978408" cy="484632"/>
          </a:xfrm>
          <a:prstGeom prst="lef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705191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27</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EF0D5A4C-4671-D491-7F73-0E1006CE8B84}"/>
              </a:ext>
            </a:extLst>
          </p:cNvPr>
          <p:cNvSpPr txBox="1"/>
          <p:nvPr>
            <p:custDataLst>
              <p:tags r:id="rId3"/>
            </p:custDataLst>
          </p:nvPr>
        </p:nvSpPr>
        <p:spPr>
          <a:xfrm>
            <a:off x="468629" y="41275"/>
            <a:ext cx="5644956" cy="380873"/>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三、研究内容</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前期工作</a:t>
            </a:r>
            <a:r>
              <a:rPr lang="en-US" altLang="zh-CN"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59" dirty="0">
                <a:ln w="3175">
                  <a:noFill/>
                  <a:prstDash val="dash"/>
                </a:ln>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萃取分离实验</a:t>
            </a:r>
            <a:endPar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a:extLst>
              <a:ext uri="{FF2B5EF4-FFF2-40B4-BE49-F238E27FC236}">
                <a16:creationId xmlns:a16="http://schemas.microsoft.com/office/drawing/2014/main" id="{7B64710F-CF63-A4AF-10AD-5FF519E43BD2}"/>
              </a:ext>
            </a:extLst>
          </p:cNvPr>
          <p:cNvSpPr txBox="1"/>
          <p:nvPr/>
        </p:nvSpPr>
        <p:spPr>
          <a:xfrm>
            <a:off x="3032408" y="625680"/>
            <a:ext cx="2624436" cy="307777"/>
          </a:xfrm>
          <a:prstGeom prst="rect">
            <a:avLst/>
          </a:prstGeom>
          <a:noFill/>
        </p:spPr>
        <p:txBody>
          <a:bodyPr wrap="none" rtlCol="0">
            <a:spAutoFit/>
          </a:bodyPr>
          <a:lstStyle/>
          <a:p>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纯尼龙</a:t>
            </a:r>
            <a:r>
              <a:rPr lang="en-US" altLang="zh-CN" sz="1400" b="1" dirty="0">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水解产物萃取分离流程</a:t>
            </a:r>
          </a:p>
        </p:txBody>
      </p:sp>
      <p:grpSp>
        <p:nvGrpSpPr>
          <p:cNvPr id="8" name="组合 7">
            <a:extLst>
              <a:ext uri="{FF2B5EF4-FFF2-40B4-BE49-F238E27FC236}">
                <a16:creationId xmlns:a16="http://schemas.microsoft.com/office/drawing/2014/main" id="{AE6C6D1E-40F5-80F3-7973-1CBFA1403BE8}"/>
              </a:ext>
            </a:extLst>
          </p:cNvPr>
          <p:cNvGrpSpPr/>
          <p:nvPr/>
        </p:nvGrpSpPr>
        <p:grpSpPr>
          <a:xfrm>
            <a:off x="100277" y="1074139"/>
            <a:ext cx="8943445" cy="2658991"/>
            <a:chOff x="371476" y="1029986"/>
            <a:chExt cx="8943445" cy="2157017"/>
          </a:xfrm>
        </p:grpSpPr>
        <p:sp>
          <p:nvSpPr>
            <p:cNvPr id="10" name="流程图: 可选过程 9">
              <a:extLst>
                <a:ext uri="{FF2B5EF4-FFF2-40B4-BE49-F238E27FC236}">
                  <a16:creationId xmlns:a16="http://schemas.microsoft.com/office/drawing/2014/main" id="{90C44BB4-F50F-7F04-48C9-990FDA7D0798}"/>
                </a:ext>
              </a:extLst>
            </p:cNvPr>
            <p:cNvSpPr/>
            <p:nvPr/>
          </p:nvSpPr>
          <p:spPr>
            <a:xfrm>
              <a:off x="371476" y="1700474"/>
              <a:ext cx="1045062" cy="608972"/>
            </a:xfrm>
            <a:prstGeom prst="flowChartAlternateProcess">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己内酰胺</a:t>
              </a:r>
              <a:endPar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氨基己酸</a:t>
              </a:r>
              <a:endPar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苯胺</a:t>
              </a:r>
              <a:endPar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十字形 10">
              <a:extLst>
                <a:ext uri="{FF2B5EF4-FFF2-40B4-BE49-F238E27FC236}">
                  <a16:creationId xmlns:a16="http://schemas.microsoft.com/office/drawing/2014/main" id="{2E72FE69-CA92-94C7-3239-00D876B780C6}"/>
                </a:ext>
              </a:extLst>
            </p:cNvPr>
            <p:cNvSpPr/>
            <p:nvPr/>
          </p:nvSpPr>
          <p:spPr>
            <a:xfrm>
              <a:off x="756139" y="2345298"/>
              <a:ext cx="328246" cy="320919"/>
            </a:xfrm>
            <a:prstGeom prst="plus">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流程图: 可选过程 11">
              <a:extLst>
                <a:ext uri="{FF2B5EF4-FFF2-40B4-BE49-F238E27FC236}">
                  <a16:creationId xmlns:a16="http://schemas.microsoft.com/office/drawing/2014/main" id="{6B43B42B-0862-DB32-A50C-C7CDCBC1903C}"/>
                </a:ext>
              </a:extLst>
            </p:cNvPr>
            <p:cNvSpPr/>
            <p:nvPr/>
          </p:nvSpPr>
          <p:spPr>
            <a:xfrm>
              <a:off x="569033" y="2705638"/>
              <a:ext cx="649947" cy="435770"/>
            </a:xfrm>
            <a:prstGeom prst="flowChartAlternateProcess">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水</a:t>
              </a:r>
              <a:endPar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箭头: 右 12">
              <a:extLst>
                <a:ext uri="{FF2B5EF4-FFF2-40B4-BE49-F238E27FC236}">
                  <a16:creationId xmlns:a16="http://schemas.microsoft.com/office/drawing/2014/main" id="{00686F96-3815-6D43-F12D-3798A6897D82}"/>
                </a:ext>
              </a:extLst>
            </p:cNvPr>
            <p:cNvSpPr/>
            <p:nvPr/>
          </p:nvSpPr>
          <p:spPr>
            <a:xfrm>
              <a:off x="1259364" y="2442604"/>
              <a:ext cx="542729" cy="129876"/>
            </a:xfrm>
            <a:prstGeom prst="rightArrow">
              <a:avLst/>
            </a:prstGeom>
            <a:noFill/>
            <a:ln w="9525">
              <a:solidFill>
                <a:srgbClr val="0F6F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流程图: 可选过程 13">
              <a:extLst>
                <a:ext uri="{FF2B5EF4-FFF2-40B4-BE49-F238E27FC236}">
                  <a16:creationId xmlns:a16="http://schemas.microsoft.com/office/drawing/2014/main" id="{8DE744DB-E2AA-7AFF-5656-F25EE2317B00}"/>
                </a:ext>
              </a:extLst>
            </p:cNvPr>
            <p:cNvSpPr/>
            <p:nvPr/>
          </p:nvSpPr>
          <p:spPr>
            <a:xfrm>
              <a:off x="1814867" y="2124848"/>
              <a:ext cx="1045052" cy="742008"/>
            </a:xfrm>
            <a:prstGeom prst="flowChartAlternateProcess">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己内酰胺</a:t>
              </a:r>
              <a:endPar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氨基己酸</a:t>
              </a:r>
              <a:endPar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苯胺</a:t>
              </a:r>
              <a:endPar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水</a:t>
              </a:r>
              <a:endPar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5" name="直接箭头连接符 14">
              <a:extLst>
                <a:ext uri="{FF2B5EF4-FFF2-40B4-BE49-F238E27FC236}">
                  <a16:creationId xmlns:a16="http://schemas.microsoft.com/office/drawing/2014/main" id="{6F990490-5A35-76DD-B765-F0B57C1DB964}"/>
                </a:ext>
              </a:extLst>
            </p:cNvPr>
            <p:cNvCxnSpPr>
              <a:cxnSpLocks/>
            </p:cNvCxnSpPr>
            <p:nvPr/>
          </p:nvCxnSpPr>
          <p:spPr>
            <a:xfrm>
              <a:off x="3578168" y="2146237"/>
              <a:ext cx="0" cy="31652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6" name="矩形: 圆角 15">
              <a:extLst>
                <a:ext uri="{FF2B5EF4-FFF2-40B4-BE49-F238E27FC236}">
                  <a16:creationId xmlns:a16="http://schemas.microsoft.com/office/drawing/2014/main" id="{A82E64F3-6FFB-E84E-11BF-7391BC8EFE01}"/>
                </a:ext>
              </a:extLst>
            </p:cNvPr>
            <p:cNvSpPr/>
            <p:nvPr/>
          </p:nvSpPr>
          <p:spPr>
            <a:xfrm>
              <a:off x="2872693" y="1846155"/>
              <a:ext cx="1335991" cy="300082"/>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苯（少量多次）</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17" name="直接箭头连接符 16">
              <a:extLst>
                <a:ext uri="{FF2B5EF4-FFF2-40B4-BE49-F238E27FC236}">
                  <a16:creationId xmlns:a16="http://schemas.microsoft.com/office/drawing/2014/main" id="{3A81AD44-6C82-9BB7-4730-049E755D5DD9}"/>
                </a:ext>
              </a:extLst>
            </p:cNvPr>
            <p:cNvCxnSpPr>
              <a:cxnSpLocks/>
            </p:cNvCxnSpPr>
            <p:nvPr/>
          </p:nvCxnSpPr>
          <p:spPr>
            <a:xfrm flipV="1">
              <a:off x="4108802" y="1907315"/>
              <a:ext cx="507023" cy="56194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直接箭头连接符 17">
              <a:extLst>
                <a:ext uri="{FF2B5EF4-FFF2-40B4-BE49-F238E27FC236}">
                  <a16:creationId xmlns:a16="http://schemas.microsoft.com/office/drawing/2014/main" id="{99F4C47E-56FF-17C2-A5CE-CAF716ECB884}"/>
                </a:ext>
              </a:extLst>
            </p:cNvPr>
            <p:cNvCxnSpPr>
              <a:cxnSpLocks/>
            </p:cNvCxnSpPr>
            <p:nvPr/>
          </p:nvCxnSpPr>
          <p:spPr>
            <a:xfrm>
              <a:off x="2859919" y="2467707"/>
              <a:ext cx="125130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直接箭头连接符 18">
              <a:extLst>
                <a:ext uri="{FF2B5EF4-FFF2-40B4-BE49-F238E27FC236}">
                  <a16:creationId xmlns:a16="http://schemas.microsoft.com/office/drawing/2014/main" id="{9B5EB01B-FC03-C934-4EED-1072E4CA90C0}"/>
                </a:ext>
              </a:extLst>
            </p:cNvPr>
            <p:cNvCxnSpPr>
              <a:cxnSpLocks/>
            </p:cNvCxnSpPr>
            <p:nvPr/>
          </p:nvCxnSpPr>
          <p:spPr>
            <a:xfrm>
              <a:off x="4114528" y="2467707"/>
              <a:ext cx="507023" cy="56194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0" name="矩形: 圆角 19">
              <a:extLst>
                <a:ext uri="{FF2B5EF4-FFF2-40B4-BE49-F238E27FC236}">
                  <a16:creationId xmlns:a16="http://schemas.microsoft.com/office/drawing/2014/main" id="{AFBAB6D5-3C26-172D-45FD-B4B4B764F37A}"/>
                </a:ext>
              </a:extLst>
            </p:cNvPr>
            <p:cNvSpPr/>
            <p:nvPr/>
          </p:nvSpPr>
          <p:spPr>
            <a:xfrm>
              <a:off x="4631573" y="1757274"/>
              <a:ext cx="1689538" cy="300082"/>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水</a:t>
              </a:r>
              <a:r>
                <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己内酰胺</a:t>
              </a:r>
              <a:r>
                <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水溶杂质</a:t>
              </a:r>
            </a:p>
          </p:txBody>
        </p:sp>
        <p:sp>
          <p:nvSpPr>
            <p:cNvPr id="21" name="矩形: 圆角 20">
              <a:extLst>
                <a:ext uri="{FF2B5EF4-FFF2-40B4-BE49-F238E27FC236}">
                  <a16:creationId xmlns:a16="http://schemas.microsoft.com/office/drawing/2014/main" id="{ABA9BD82-E7C7-6A21-6360-F3A1E7B51AE2}"/>
                </a:ext>
              </a:extLst>
            </p:cNvPr>
            <p:cNvSpPr/>
            <p:nvPr/>
          </p:nvSpPr>
          <p:spPr>
            <a:xfrm>
              <a:off x="5930658" y="1298930"/>
              <a:ext cx="987914" cy="300082"/>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苯（大量）</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22" name="直接箭头连接符 21">
              <a:extLst>
                <a:ext uri="{FF2B5EF4-FFF2-40B4-BE49-F238E27FC236}">
                  <a16:creationId xmlns:a16="http://schemas.microsoft.com/office/drawing/2014/main" id="{E6692007-962B-94D0-3FB6-EC0BE114544C}"/>
                </a:ext>
              </a:extLst>
            </p:cNvPr>
            <p:cNvCxnSpPr>
              <a:cxnSpLocks/>
            </p:cNvCxnSpPr>
            <p:nvPr/>
          </p:nvCxnSpPr>
          <p:spPr>
            <a:xfrm>
              <a:off x="6482860" y="1599013"/>
              <a:ext cx="0" cy="31652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直接箭头连接符 22">
              <a:extLst>
                <a:ext uri="{FF2B5EF4-FFF2-40B4-BE49-F238E27FC236}">
                  <a16:creationId xmlns:a16="http://schemas.microsoft.com/office/drawing/2014/main" id="{5103AEFA-2398-B29E-7C07-81AEF5B85BE2}"/>
                </a:ext>
              </a:extLst>
            </p:cNvPr>
            <p:cNvCxnSpPr>
              <a:cxnSpLocks/>
            </p:cNvCxnSpPr>
            <p:nvPr/>
          </p:nvCxnSpPr>
          <p:spPr>
            <a:xfrm>
              <a:off x="6321111" y="1907315"/>
              <a:ext cx="59746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4" name="直接箭头连接符 23">
              <a:extLst>
                <a:ext uri="{FF2B5EF4-FFF2-40B4-BE49-F238E27FC236}">
                  <a16:creationId xmlns:a16="http://schemas.microsoft.com/office/drawing/2014/main" id="{A1CF027F-985D-B187-3321-C14A9337796B}"/>
                </a:ext>
              </a:extLst>
            </p:cNvPr>
            <p:cNvCxnSpPr>
              <a:cxnSpLocks/>
              <a:endCxn id="26" idx="1"/>
            </p:cNvCxnSpPr>
            <p:nvPr/>
          </p:nvCxnSpPr>
          <p:spPr>
            <a:xfrm flipV="1">
              <a:off x="6905890" y="1153577"/>
              <a:ext cx="476666" cy="76195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5" name="直接箭头连接符 24">
              <a:extLst>
                <a:ext uri="{FF2B5EF4-FFF2-40B4-BE49-F238E27FC236}">
                  <a16:creationId xmlns:a16="http://schemas.microsoft.com/office/drawing/2014/main" id="{C627539B-5473-485F-F931-A1920A87852F}"/>
                </a:ext>
              </a:extLst>
            </p:cNvPr>
            <p:cNvCxnSpPr>
              <a:cxnSpLocks/>
              <a:endCxn id="27" idx="1"/>
            </p:cNvCxnSpPr>
            <p:nvPr/>
          </p:nvCxnSpPr>
          <p:spPr>
            <a:xfrm>
              <a:off x="6905890" y="1907640"/>
              <a:ext cx="534601" cy="100636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 name="矩形: 圆角 25">
              <a:extLst>
                <a:ext uri="{FF2B5EF4-FFF2-40B4-BE49-F238E27FC236}">
                  <a16:creationId xmlns:a16="http://schemas.microsoft.com/office/drawing/2014/main" id="{C9797DF4-DD38-B448-EFC1-2AD97B7A3874}"/>
                </a:ext>
              </a:extLst>
            </p:cNvPr>
            <p:cNvSpPr/>
            <p:nvPr/>
          </p:nvSpPr>
          <p:spPr>
            <a:xfrm>
              <a:off x="7382556" y="1029986"/>
              <a:ext cx="1624338" cy="247182"/>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水</a:t>
              </a:r>
              <a:r>
                <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己内酰胺</a:t>
              </a:r>
              <a:r>
                <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水溶杂质</a:t>
              </a:r>
              <a:endParaRPr lang="zh-CN" altLang="en-US" sz="1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矩形: 圆角 26">
              <a:extLst>
                <a:ext uri="{FF2B5EF4-FFF2-40B4-BE49-F238E27FC236}">
                  <a16:creationId xmlns:a16="http://schemas.microsoft.com/office/drawing/2014/main" id="{6A47CE33-2B4A-1A9E-415A-8D7138687B18}"/>
                </a:ext>
              </a:extLst>
            </p:cNvPr>
            <p:cNvSpPr/>
            <p:nvPr/>
          </p:nvSpPr>
          <p:spPr>
            <a:xfrm>
              <a:off x="7440491" y="2763965"/>
              <a:ext cx="1874430" cy="300083"/>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苯</a:t>
              </a:r>
              <a:r>
                <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己内酰胺</a:t>
              </a:r>
              <a:r>
                <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苯溶杂质（少量）</a:t>
              </a:r>
            </a:p>
          </p:txBody>
        </p:sp>
        <p:sp>
          <p:nvSpPr>
            <p:cNvPr id="28" name="矩形: 圆角 27">
              <a:extLst>
                <a:ext uri="{FF2B5EF4-FFF2-40B4-BE49-F238E27FC236}">
                  <a16:creationId xmlns:a16="http://schemas.microsoft.com/office/drawing/2014/main" id="{181906AC-B4D7-3C4D-4F39-C0E4CBC08379}"/>
                </a:ext>
              </a:extLst>
            </p:cNvPr>
            <p:cNvSpPr/>
            <p:nvPr/>
          </p:nvSpPr>
          <p:spPr>
            <a:xfrm>
              <a:off x="4624855" y="2886921"/>
              <a:ext cx="1701798" cy="300082"/>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苯</a:t>
              </a:r>
              <a:r>
                <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己内酰胺</a:t>
              </a:r>
              <a:r>
                <a:rPr lang="en-US" altLang="zh-CN"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rPr>
                <a:t>苯溶杂质</a:t>
              </a:r>
            </a:p>
          </p:txBody>
        </p:sp>
      </p:grpSp>
    </p:spTree>
    <p:extLst>
      <p:ext uri="{BB962C8B-B14F-4D97-AF65-F5344CB8AC3E}">
        <p14:creationId xmlns:p14="http://schemas.microsoft.com/office/powerpoint/2010/main" val="727610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65049" y="1333013"/>
            <a:ext cx="1416524" cy="461665"/>
          </a:xfrm>
          <a:prstGeom prst="rect">
            <a:avLst/>
          </a:prstGeom>
        </p:spPr>
        <p:txBody>
          <a:bodyPr wrap="none">
            <a:spAutoFit/>
          </a:bodyPr>
          <a:lstStyle/>
          <a:p>
            <a:r>
              <a:rPr lang="en-US" altLang="zh-CN" sz="2400" dirty="0">
                <a:solidFill>
                  <a:schemeClr val="bg1"/>
                </a:solidFill>
                <a:latin typeface="Arial" panose="020B0604020202020204"/>
                <a:cs typeface="Arial" panose="020B0604020202020204"/>
              </a:rPr>
              <a:t>Contents</a:t>
            </a:r>
            <a:endParaRPr lang="zh-CN" altLang="en-US" sz="2400" dirty="0">
              <a:solidFill>
                <a:schemeClr val="bg1"/>
              </a:solidFill>
              <a:latin typeface="Arial" panose="020B0604020202020204"/>
              <a:cs typeface="Arial" panose="020B0604020202020204"/>
            </a:endParaRPr>
          </a:p>
        </p:txBody>
      </p:sp>
      <p:sp>
        <p:nvSpPr>
          <p:cNvPr id="3" name="矩形 2"/>
          <p:cNvSpPr/>
          <p:nvPr/>
        </p:nvSpPr>
        <p:spPr>
          <a:xfrm>
            <a:off x="7560749" y="1707630"/>
            <a:ext cx="889987" cy="461665"/>
          </a:xfrm>
          <a:prstGeom prst="rect">
            <a:avLst/>
          </a:prstGeom>
        </p:spPr>
        <p:txBody>
          <a:bodyPr wrap="none">
            <a:spAutoFit/>
          </a:bodyPr>
          <a:lstStyle/>
          <a:p>
            <a:r>
              <a:rPr lang="zh-CN" altLang="en-US" sz="2400" dirty="0">
                <a:solidFill>
                  <a:srgbClr val="FFFFFF"/>
                </a:solidFill>
                <a:latin typeface="方正兰亭中黑简体" panose="02000000000000000000" charset="-122"/>
                <a:ea typeface="方正兰亭中黑简体" panose="02000000000000000000" charset="-122"/>
              </a:rPr>
              <a:t>目 录</a:t>
            </a:r>
          </a:p>
        </p:txBody>
      </p:sp>
      <p:sp>
        <p:nvSpPr>
          <p:cNvPr id="5" name="矩形 4">
            <a:extLst>
              <a:ext uri="{FF2B5EF4-FFF2-40B4-BE49-F238E27FC236}">
                <a16:creationId xmlns:a16="http://schemas.microsoft.com/office/drawing/2014/main" id="{ABEB48CB-B19B-703A-0DFB-59DC2E99FEC5}"/>
              </a:ext>
            </a:extLst>
          </p:cNvPr>
          <p:cNvSpPr/>
          <p:nvPr>
            <p:custDataLst>
              <p:tags r:id="rId1"/>
            </p:custDataLst>
          </p:nvPr>
        </p:nvSpPr>
        <p:spPr>
          <a:xfrm>
            <a:off x="1404620" y="1281430"/>
            <a:ext cx="5400675" cy="3482975"/>
          </a:xfrm>
          <a:prstGeom prst="rect">
            <a:avLst/>
          </a:prstGeom>
        </p:spPr>
        <p:txBody>
          <a:bodyPr wrap="square" lIns="91437" tIns="45718" rIns="91437" bIns="45718">
            <a:noAutofit/>
          </a:bodyPr>
          <a:lstStyle/>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一、研究背景</a:t>
            </a:r>
            <a:endParaRPr lang="en-US" altLang="zh-CN" sz="2800" b="1" dirty="0">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二、</a:t>
            </a:r>
            <a:r>
              <a:rPr lang="zh-CN" altLang="en-US" sz="2800" b="1" dirty="0">
                <a:solidFill>
                  <a:schemeClr val="tx1"/>
                </a:solidFill>
                <a:latin typeface="微软雅黑" panose="020B0503020204020204" pitchFamily="34" charset="-122"/>
                <a:ea typeface="微软雅黑" panose="020B0503020204020204" pitchFamily="34" charset="-122"/>
                <a:cs typeface="Heiti SC Light"/>
              </a:rPr>
              <a:t>文献综述</a:t>
            </a:r>
            <a:endParaRPr lang="en-US" altLang="zh-CN" sz="2800" b="1" dirty="0">
              <a:solidFill>
                <a:schemeClr val="tx1"/>
              </a:solidFill>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latin typeface="微软雅黑" panose="020B0503020204020204" pitchFamily="34" charset="-122"/>
                <a:ea typeface="微软雅黑" panose="020B0503020204020204" pitchFamily="34" charset="-122"/>
                <a:cs typeface="Heiti SC Light"/>
              </a:rPr>
              <a:t>三、研究内容</a:t>
            </a:r>
            <a:endParaRPr lang="en-US" altLang="zh-CN" sz="2800" b="1" dirty="0">
              <a:solidFill>
                <a:schemeClr val="tx1"/>
              </a:solidFill>
              <a:latin typeface="微软雅黑" panose="020B0503020204020204" pitchFamily="34" charset="-122"/>
              <a:ea typeface="微软雅黑" panose="020B0503020204020204" pitchFamily="34" charset="-122"/>
              <a:cs typeface="Heiti SC Light"/>
            </a:endParaRPr>
          </a:p>
          <a:p>
            <a:pPr indent="0" fontAlgn="auto">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cs typeface="Heiti SC Light"/>
              </a:rPr>
              <a:t>四、实验安排</a:t>
            </a:r>
            <a:endParaRPr lang="en-US" altLang="zh-CN" sz="2800" b="1" dirty="0">
              <a:solidFill>
                <a:srgbClr val="FF0000"/>
              </a:solidFill>
              <a:latin typeface="微软雅黑" panose="020B0503020204020204" pitchFamily="34" charset="-122"/>
              <a:ea typeface="微软雅黑" panose="020B0503020204020204" pitchFamily="34" charset="-122"/>
              <a:cs typeface="Heiti SC Light"/>
            </a:endParaRPr>
          </a:p>
        </p:txBody>
      </p:sp>
    </p:spTree>
    <p:extLst>
      <p:ext uri="{BB962C8B-B14F-4D97-AF65-F5344CB8AC3E}">
        <p14:creationId xmlns:p14="http://schemas.microsoft.com/office/powerpoint/2010/main" val="2834973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4294967295"/>
          </p:nvPr>
        </p:nvSpPr>
        <p:spPr>
          <a:xfrm>
            <a:off x="8487240" y="4687091"/>
            <a:ext cx="621390" cy="273844"/>
          </a:xfrm>
        </p:spPr>
        <p:txBody>
          <a:bodyPr/>
          <a:lstStyle/>
          <a:p>
            <a:fld id="{4F48B3E8-95D7-4EDB-B09B-1EE74EE19A10}" type="slidenum">
              <a:rPr lang="zh-CN" altLang="en-US" smtClean="0">
                <a:solidFill>
                  <a:srgbClr val="FFFFFF"/>
                </a:solidFill>
                <a:latin typeface="Arial" panose="020B0604020202020204" pitchFamily="34" charset="0"/>
                <a:cs typeface="Arial" panose="020B0604020202020204" pitchFamily="34" charset="0"/>
              </a:rPr>
              <a:pPr/>
              <a:t>29</a:t>
            </a:fld>
            <a:endParaRPr lang="zh-CN" altLang="en-US" dirty="0">
              <a:solidFill>
                <a:srgbClr val="FFFFFF"/>
              </a:solidFill>
              <a:latin typeface="Arial" panose="020B0604020202020204" pitchFamily="34" charset="0"/>
              <a:cs typeface="Arial" panose="020B0604020202020204" pitchFamily="34" charset="0"/>
            </a:endParaRPr>
          </a:p>
        </p:txBody>
      </p:sp>
      <p:sp>
        <p:nvSpPr>
          <p:cNvPr id="4" name="矩形 2">
            <a:extLst>
              <a:ext uri="{FF2B5EF4-FFF2-40B4-BE49-F238E27FC236}">
                <a16:creationId xmlns:a16="http://schemas.microsoft.com/office/drawing/2014/main" id="{DD1C2B8C-83FB-EF9D-8C02-62D0038E4C23}"/>
              </a:ext>
            </a:extLst>
          </p:cNvPr>
          <p:cNvSpPr/>
          <p:nvPr>
            <p:custDataLst>
              <p:tags r:id="rId1"/>
            </p:custDataLst>
          </p:nvPr>
        </p:nvSpPr>
        <p:spPr>
          <a:xfrm>
            <a:off x="117475" y="143510"/>
            <a:ext cx="254000" cy="254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5" name="矩形 3">
            <a:extLst>
              <a:ext uri="{FF2B5EF4-FFF2-40B4-BE49-F238E27FC236}">
                <a16:creationId xmlns:a16="http://schemas.microsoft.com/office/drawing/2014/main" id="{09714D29-9374-67FB-3CE5-29EDDB02BE87}"/>
              </a:ext>
            </a:extLst>
          </p:cNvPr>
          <p:cNvSpPr/>
          <p:nvPr>
            <p:custDataLst>
              <p:tags r:id="rId2"/>
            </p:custDataLst>
          </p:nvPr>
        </p:nvSpPr>
        <p:spPr>
          <a:xfrm>
            <a:off x="290830" y="256540"/>
            <a:ext cx="177800" cy="1778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cxnSp>
        <p:nvCxnSpPr>
          <p:cNvPr id="7" name="直接连接符 6">
            <a:extLst>
              <a:ext uri="{FF2B5EF4-FFF2-40B4-BE49-F238E27FC236}">
                <a16:creationId xmlns:a16="http://schemas.microsoft.com/office/drawing/2014/main" id="{DD1DE86A-2808-030A-53B7-BF0A2A2C4AEF}"/>
              </a:ext>
            </a:extLst>
          </p:cNvPr>
          <p:cNvCxnSpPr/>
          <p:nvPr/>
        </p:nvCxnSpPr>
        <p:spPr>
          <a:xfrm>
            <a:off x="0" y="440690"/>
            <a:ext cx="9144000" cy="0"/>
          </a:xfrm>
          <a:prstGeom prst="line">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itle 6">
            <a:extLst>
              <a:ext uri="{FF2B5EF4-FFF2-40B4-BE49-F238E27FC236}">
                <a16:creationId xmlns:a16="http://schemas.microsoft.com/office/drawing/2014/main" id="{FA86046D-3CBE-57C6-DDF2-4F019F612107}"/>
              </a:ext>
            </a:extLst>
          </p:cNvPr>
          <p:cNvSpPr txBox="1"/>
          <p:nvPr>
            <p:custDataLst>
              <p:tags r:id="rId3"/>
            </p:custDataLst>
          </p:nvPr>
        </p:nvSpPr>
        <p:spPr>
          <a:xfrm>
            <a:off x="468629" y="41275"/>
            <a:ext cx="3704359" cy="37973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00000"/>
              </a:lnSpc>
              <a:spcBef>
                <a:spcPts val="1000"/>
              </a:spcBef>
              <a:spcAft>
                <a:spcPts val="0"/>
              </a:spcAft>
              <a:buSzPct val="100000"/>
              <a:buNone/>
            </a:pPr>
            <a:r>
              <a:rPr lang="zh-CN" altLang="en-US" sz="2000" b="1" spc="159" dirty="0">
                <a:ln w="3175">
                  <a:noFill/>
                  <a:prstDash val="dash"/>
                </a:ln>
                <a:solidFill>
                  <a:schemeClr val="accent1">
                    <a:lumMod val="50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四、实验安排</a:t>
            </a:r>
          </a:p>
        </p:txBody>
      </p:sp>
      <p:graphicFrame>
        <p:nvGraphicFramePr>
          <p:cNvPr id="3" name="表格 2">
            <a:extLst>
              <a:ext uri="{FF2B5EF4-FFF2-40B4-BE49-F238E27FC236}">
                <a16:creationId xmlns:a16="http://schemas.microsoft.com/office/drawing/2014/main" id="{7159F5F2-6E7C-59E5-9852-36C30EA6A948}"/>
              </a:ext>
            </a:extLst>
          </p:cNvPr>
          <p:cNvGraphicFramePr/>
          <p:nvPr>
            <p:extLst>
              <p:ext uri="{D42A27DB-BD31-4B8C-83A1-F6EECF244321}">
                <p14:modId xmlns:p14="http://schemas.microsoft.com/office/powerpoint/2010/main" val="3375136131"/>
              </p:ext>
            </p:extLst>
          </p:nvPr>
        </p:nvGraphicFramePr>
        <p:xfrm>
          <a:off x="1225697" y="1005523"/>
          <a:ext cx="6399530" cy="3048000"/>
        </p:xfrm>
        <a:graphic>
          <a:graphicData uri="http://schemas.openxmlformats.org/drawingml/2006/table">
            <a:tbl>
              <a:tblPr firstRow="1" bandRow="1">
                <a:tableStyleId>{5C22544A-7EE6-4342-B048-85BDC9FD1C3A}</a:tableStyleId>
              </a:tblPr>
              <a:tblGrid>
                <a:gridCol w="3199765">
                  <a:extLst>
                    <a:ext uri="{9D8B030D-6E8A-4147-A177-3AD203B41FA5}">
                      <a16:colId xmlns:a16="http://schemas.microsoft.com/office/drawing/2014/main" val="20000"/>
                    </a:ext>
                  </a:extLst>
                </a:gridCol>
                <a:gridCol w="3199765">
                  <a:extLst>
                    <a:ext uri="{9D8B030D-6E8A-4147-A177-3AD203B41FA5}">
                      <a16:colId xmlns:a16="http://schemas.microsoft.com/office/drawing/2014/main" val="20001"/>
                    </a:ext>
                  </a:extLst>
                </a:gridCol>
              </a:tblGrid>
              <a:tr h="381000">
                <a:tc>
                  <a:txBody>
                    <a:bodyPr/>
                    <a:lstStyle/>
                    <a:p>
                      <a:pPr algn="ctr" fontAlgn="ctr">
                        <a:buNone/>
                      </a:pPr>
                      <a:r>
                        <a:rPr lang="zh-CN" altLang="en-US">
                          <a:latin typeface="Times New Roman" panose="02020603050405020304" pitchFamily="18" charset="0"/>
                          <a:ea typeface="微软雅黑" panose="020B0503020204020204" charset="-122"/>
                        </a:rPr>
                        <a:t>时间</a:t>
                      </a:r>
                    </a:p>
                  </a:txBody>
                  <a:tcPr/>
                </a:tc>
                <a:tc>
                  <a:txBody>
                    <a:bodyPr/>
                    <a:lstStyle/>
                    <a:p>
                      <a:pPr algn="ctr" fontAlgn="ctr">
                        <a:buNone/>
                      </a:pPr>
                      <a:r>
                        <a:rPr lang="zh-CN" altLang="en-US">
                          <a:latin typeface="Times New Roman" panose="02020603050405020304" pitchFamily="18" charset="0"/>
                          <a:ea typeface="微软雅黑" panose="020B0503020204020204" charset="-122"/>
                        </a:rPr>
                        <a:t>工作内容</a:t>
                      </a:r>
                    </a:p>
                  </a:txBody>
                  <a:tcPr/>
                </a:tc>
                <a:extLst>
                  <a:ext uri="{0D108BD9-81ED-4DB2-BD59-A6C34878D82A}">
                    <a16:rowId xmlns:a16="http://schemas.microsoft.com/office/drawing/2014/main" val="10000"/>
                  </a:ext>
                </a:extLst>
              </a:tr>
              <a:tr h="381000">
                <a:tc>
                  <a:txBody>
                    <a:bodyPr/>
                    <a:lstStyle/>
                    <a:p>
                      <a:pPr algn="ctr" fontAlgn="ctr">
                        <a:buNone/>
                      </a:pPr>
                      <a:r>
                        <a:rPr lang="zh-CN" altLang="en-US" dirty="0">
                          <a:latin typeface="Times New Roman" panose="02020603050405020304" pitchFamily="18" charset="0"/>
                          <a:ea typeface="微软雅黑" panose="020B0503020204020204" charset="-122"/>
                          <a:cs typeface="Times New Roman" panose="02020603050405020304" pitchFamily="18" charset="0"/>
                        </a:rPr>
                        <a:t>202</a:t>
                      </a:r>
                      <a:r>
                        <a:rPr lang="en-US" altLang="zh-CN" dirty="0">
                          <a:latin typeface="Times New Roman" panose="02020603050405020304" pitchFamily="18" charset="0"/>
                          <a:ea typeface="微软雅黑" panose="020B0503020204020204" charset="-122"/>
                          <a:cs typeface="Times New Roman" panose="02020603050405020304" pitchFamily="18" charset="0"/>
                        </a:rPr>
                        <a:t>4</a:t>
                      </a:r>
                      <a:r>
                        <a:rPr lang="zh-CN" altLang="en-US" dirty="0">
                          <a:latin typeface="Times New Roman" panose="02020603050405020304" pitchFamily="18" charset="0"/>
                          <a:ea typeface="微软雅黑" panose="020B0503020204020204" charset="-122"/>
                          <a:cs typeface="Times New Roman" panose="02020603050405020304" pitchFamily="18" charset="0"/>
                        </a:rPr>
                        <a:t>.</a:t>
                      </a:r>
                      <a:r>
                        <a:rPr lang="en-US" altLang="zh-CN" dirty="0">
                          <a:latin typeface="Times New Roman" panose="02020603050405020304" pitchFamily="18" charset="0"/>
                          <a:ea typeface="微软雅黑" panose="020B0503020204020204" charset="-122"/>
                          <a:cs typeface="Times New Roman" panose="02020603050405020304" pitchFamily="18" charset="0"/>
                        </a:rPr>
                        <a:t>4</a:t>
                      </a:r>
                      <a:r>
                        <a:rPr lang="zh-CN" altLang="en-US" dirty="0">
                          <a:latin typeface="Times New Roman" panose="02020603050405020304" pitchFamily="18" charset="0"/>
                          <a:ea typeface="微软雅黑" panose="020B0503020204020204" charset="-122"/>
                          <a:cs typeface="Times New Roman" panose="02020603050405020304" pitchFamily="18" charset="0"/>
                        </a:rPr>
                        <a:t>-202</a:t>
                      </a:r>
                      <a:r>
                        <a:rPr lang="en-US" altLang="zh-CN" dirty="0">
                          <a:latin typeface="Times New Roman" panose="02020603050405020304" pitchFamily="18" charset="0"/>
                          <a:ea typeface="微软雅黑" panose="020B0503020204020204" charset="-122"/>
                          <a:cs typeface="Times New Roman" panose="02020603050405020304" pitchFamily="18" charset="0"/>
                        </a:rPr>
                        <a:t>4</a:t>
                      </a:r>
                      <a:r>
                        <a:rPr lang="zh-CN" altLang="en-US" dirty="0">
                          <a:latin typeface="Times New Roman" panose="02020603050405020304" pitchFamily="18" charset="0"/>
                          <a:ea typeface="微软雅黑" panose="020B0503020204020204" charset="-122"/>
                          <a:cs typeface="Times New Roman" panose="02020603050405020304" pitchFamily="18" charset="0"/>
                        </a:rPr>
                        <a:t>.</a:t>
                      </a:r>
                      <a:r>
                        <a:rPr lang="en-US" altLang="zh-CN" dirty="0">
                          <a:latin typeface="Times New Roman" panose="02020603050405020304" pitchFamily="18" charset="0"/>
                          <a:ea typeface="微软雅黑" panose="020B0503020204020204" charset="-122"/>
                          <a:cs typeface="Times New Roman" panose="02020603050405020304" pitchFamily="18" charset="0"/>
                        </a:rPr>
                        <a:t>6</a:t>
                      </a:r>
                      <a:r>
                        <a:rPr lang="zh-CN" altLang="en-US" dirty="0">
                          <a:latin typeface="Times New Roman" panose="02020603050405020304" pitchFamily="18" charset="0"/>
                          <a:ea typeface="微软雅黑" panose="020B0503020204020204" charset="-122"/>
                          <a:cs typeface="Times New Roman" panose="02020603050405020304" pitchFamily="18" charset="0"/>
                        </a:rPr>
                        <a:t>初</a:t>
                      </a:r>
                    </a:p>
                  </a:txBody>
                  <a:tcPr/>
                </a:tc>
                <a:tc>
                  <a:txBody>
                    <a:bodyPr/>
                    <a:lstStyle/>
                    <a:p>
                      <a:pPr algn="ctr" fontAlgn="ctr">
                        <a:buNone/>
                      </a:pPr>
                      <a:r>
                        <a:rPr lang="zh-CN" altLang="en-US">
                          <a:latin typeface="Times New Roman" panose="02020603050405020304" pitchFamily="18" charset="0"/>
                          <a:ea typeface="微软雅黑" panose="020B0503020204020204" charset="-122"/>
                        </a:rPr>
                        <a:t>调研、文献综述撰写、开题</a:t>
                      </a:r>
                    </a:p>
                  </a:txBody>
                  <a:tcPr/>
                </a:tc>
                <a:extLst>
                  <a:ext uri="{0D108BD9-81ED-4DB2-BD59-A6C34878D82A}">
                    <a16:rowId xmlns:a16="http://schemas.microsoft.com/office/drawing/2014/main" val="10001"/>
                  </a:ext>
                </a:extLst>
              </a:tr>
              <a:tr h="381000">
                <a:tc>
                  <a:txBody>
                    <a:bodyPr/>
                    <a:lstStyle/>
                    <a:p>
                      <a:pPr algn="ctr" fontAlgn="ctr">
                        <a:buNone/>
                      </a:pPr>
                      <a:r>
                        <a:rPr lang="zh-CN" altLang="en-US" dirty="0">
                          <a:latin typeface="Times New Roman" panose="02020603050405020304" pitchFamily="18" charset="0"/>
                          <a:ea typeface="微软雅黑" panose="020B0503020204020204" charset="-122"/>
                          <a:cs typeface="Times New Roman" panose="02020603050405020304" pitchFamily="18" charset="0"/>
                        </a:rPr>
                        <a:t>202</a:t>
                      </a:r>
                      <a:r>
                        <a:rPr lang="en-US" altLang="zh-CN" dirty="0">
                          <a:latin typeface="Times New Roman" panose="02020603050405020304" pitchFamily="18" charset="0"/>
                          <a:ea typeface="微软雅黑" panose="020B0503020204020204" charset="-122"/>
                          <a:cs typeface="Times New Roman" panose="02020603050405020304" pitchFamily="18" charset="0"/>
                        </a:rPr>
                        <a:t>4</a:t>
                      </a:r>
                      <a:r>
                        <a:rPr lang="zh-CN" altLang="en-US" dirty="0">
                          <a:latin typeface="Times New Roman" panose="02020603050405020304" pitchFamily="18" charset="0"/>
                          <a:ea typeface="微软雅黑" panose="020B0503020204020204" charset="-122"/>
                          <a:cs typeface="Times New Roman" panose="02020603050405020304" pitchFamily="18" charset="0"/>
                        </a:rPr>
                        <a:t>.</a:t>
                      </a:r>
                      <a:r>
                        <a:rPr lang="en-US" altLang="zh-CN" dirty="0">
                          <a:latin typeface="Times New Roman" panose="02020603050405020304" pitchFamily="18" charset="0"/>
                          <a:ea typeface="微软雅黑" panose="020B0503020204020204" charset="-122"/>
                          <a:cs typeface="Times New Roman" panose="02020603050405020304" pitchFamily="18" charset="0"/>
                        </a:rPr>
                        <a:t>6-2024.11</a:t>
                      </a:r>
                      <a:r>
                        <a:rPr lang="zh-CN" altLang="en-US" dirty="0">
                          <a:latin typeface="Times New Roman" panose="02020603050405020304" pitchFamily="18" charset="0"/>
                          <a:ea typeface="微软雅黑" panose="020B0503020204020204" charset="-122"/>
                          <a:cs typeface="Times New Roman" panose="02020603050405020304" pitchFamily="18" charset="0"/>
                        </a:rPr>
                        <a:t>下旬</a:t>
                      </a:r>
                    </a:p>
                  </a:txBody>
                  <a:tcPr/>
                </a:tc>
                <a:tc>
                  <a:txBody>
                    <a:bodyPr/>
                    <a:lstStyle/>
                    <a:p>
                      <a:pPr algn="ctr" fontAlgn="ctr">
                        <a:buNone/>
                      </a:pPr>
                      <a:r>
                        <a:rPr lang="zh-CN" altLang="en-US" dirty="0">
                          <a:latin typeface="Times New Roman" panose="02020603050405020304" pitchFamily="18" charset="0"/>
                          <a:ea typeface="微软雅黑" panose="020B0503020204020204" charset="-122"/>
                        </a:rPr>
                        <a:t>初步实验探索</a:t>
                      </a:r>
                    </a:p>
                  </a:txBody>
                  <a:tcPr/>
                </a:tc>
                <a:extLst>
                  <a:ext uri="{0D108BD9-81ED-4DB2-BD59-A6C34878D82A}">
                    <a16:rowId xmlns:a16="http://schemas.microsoft.com/office/drawing/2014/main" val="10002"/>
                  </a:ext>
                </a:extLst>
              </a:tr>
              <a:tr h="381000">
                <a:tc>
                  <a:txBody>
                    <a:bodyPr/>
                    <a:lstStyle/>
                    <a:p>
                      <a:pPr algn="ctr" fontAlgn="ctr">
                        <a:buNone/>
                      </a:pPr>
                      <a:r>
                        <a:rPr lang="zh-CN" altLang="en-US" dirty="0">
                          <a:latin typeface="Times New Roman" panose="02020603050405020304" pitchFamily="18" charset="0"/>
                          <a:ea typeface="微软雅黑" panose="020B0503020204020204" charset="-122"/>
                          <a:cs typeface="Times New Roman" panose="02020603050405020304" pitchFamily="18" charset="0"/>
                        </a:rPr>
                        <a:t>202</a:t>
                      </a:r>
                      <a:r>
                        <a:rPr lang="en-US" altLang="zh-CN" dirty="0">
                          <a:latin typeface="Times New Roman" panose="02020603050405020304" pitchFamily="18" charset="0"/>
                          <a:ea typeface="微软雅黑" panose="020B0503020204020204" charset="-122"/>
                          <a:cs typeface="Times New Roman" panose="02020603050405020304" pitchFamily="18" charset="0"/>
                        </a:rPr>
                        <a:t>4</a:t>
                      </a:r>
                      <a:r>
                        <a:rPr lang="zh-CN" altLang="en-US" dirty="0">
                          <a:latin typeface="Times New Roman" panose="02020603050405020304" pitchFamily="18" charset="0"/>
                          <a:ea typeface="微软雅黑" panose="020B0503020204020204" charset="-122"/>
                          <a:cs typeface="Times New Roman" panose="02020603050405020304" pitchFamily="18" charset="0"/>
                        </a:rPr>
                        <a:t>.11-202</a:t>
                      </a:r>
                      <a:r>
                        <a:rPr lang="en-US" altLang="zh-CN" dirty="0">
                          <a:latin typeface="Times New Roman" panose="02020603050405020304" pitchFamily="18" charset="0"/>
                          <a:ea typeface="微软雅黑" panose="020B0503020204020204" charset="-122"/>
                          <a:cs typeface="Times New Roman" panose="02020603050405020304" pitchFamily="18" charset="0"/>
                        </a:rPr>
                        <a:t>5</a:t>
                      </a:r>
                      <a:r>
                        <a:rPr lang="zh-CN" altLang="en-US" dirty="0">
                          <a:latin typeface="Times New Roman" panose="02020603050405020304" pitchFamily="18" charset="0"/>
                          <a:ea typeface="微软雅黑" panose="020B0503020204020204" charset="-122"/>
                          <a:cs typeface="Times New Roman" panose="02020603050405020304" pitchFamily="18" charset="0"/>
                        </a:rPr>
                        <a:t>.</a:t>
                      </a:r>
                      <a:r>
                        <a:rPr lang="en-US" altLang="zh-CN" dirty="0">
                          <a:latin typeface="Times New Roman" panose="02020603050405020304" pitchFamily="18" charset="0"/>
                          <a:ea typeface="微软雅黑" panose="020B0503020204020204" charset="-122"/>
                          <a:cs typeface="Times New Roman" panose="02020603050405020304" pitchFamily="18" charset="0"/>
                        </a:rPr>
                        <a:t>6</a:t>
                      </a:r>
                      <a:endParaRPr lang="zh-CN" altLang="en-US" dirty="0">
                        <a:latin typeface="Times New Roman" panose="02020603050405020304" pitchFamily="18" charset="0"/>
                        <a:ea typeface="微软雅黑" panose="020B0503020204020204" charset="-122"/>
                        <a:cs typeface="Times New Roman" panose="02020603050405020304" pitchFamily="18" charset="0"/>
                      </a:endParaRPr>
                    </a:p>
                  </a:txBody>
                  <a:tcPr/>
                </a:tc>
                <a:tc>
                  <a:txBody>
                    <a:bodyPr/>
                    <a:lstStyle/>
                    <a:p>
                      <a:pPr algn="ctr" fontAlgn="ctr">
                        <a:buNone/>
                      </a:pPr>
                      <a:r>
                        <a:rPr lang="zh-CN" altLang="en-US" dirty="0">
                          <a:latin typeface="Times New Roman" panose="02020603050405020304" pitchFamily="18" charset="0"/>
                          <a:ea typeface="微软雅黑" panose="020B0503020204020204" charset="-122"/>
                        </a:rPr>
                        <a:t>确定实验方案</a:t>
                      </a:r>
                    </a:p>
                  </a:txBody>
                  <a:tcPr/>
                </a:tc>
                <a:extLst>
                  <a:ext uri="{0D108BD9-81ED-4DB2-BD59-A6C34878D82A}">
                    <a16:rowId xmlns:a16="http://schemas.microsoft.com/office/drawing/2014/main" val="10003"/>
                  </a:ext>
                </a:extLst>
              </a:tr>
              <a:tr h="381000">
                <a:tc>
                  <a:txBody>
                    <a:bodyPr/>
                    <a:lstStyle/>
                    <a:p>
                      <a:pPr algn="ctr" fontAlgn="ctr">
                        <a:buNone/>
                      </a:pPr>
                      <a:r>
                        <a:rPr lang="zh-CN" altLang="en-US" dirty="0">
                          <a:latin typeface="Times New Roman" panose="02020603050405020304" pitchFamily="18" charset="0"/>
                          <a:ea typeface="微软雅黑" panose="020B0503020204020204" charset="-122"/>
                          <a:cs typeface="Times New Roman" panose="02020603050405020304" pitchFamily="18" charset="0"/>
                        </a:rPr>
                        <a:t>202</a:t>
                      </a:r>
                      <a:r>
                        <a:rPr lang="en-US" altLang="zh-CN" dirty="0">
                          <a:latin typeface="Times New Roman" panose="02020603050405020304" pitchFamily="18" charset="0"/>
                          <a:ea typeface="微软雅黑" panose="020B0503020204020204" charset="-122"/>
                          <a:cs typeface="Times New Roman" panose="02020603050405020304" pitchFamily="18" charset="0"/>
                        </a:rPr>
                        <a:t>5</a:t>
                      </a:r>
                      <a:r>
                        <a:rPr lang="zh-CN" altLang="en-US" dirty="0">
                          <a:latin typeface="Times New Roman" panose="02020603050405020304" pitchFamily="18" charset="0"/>
                          <a:ea typeface="微软雅黑" panose="020B0503020204020204" charset="-122"/>
                          <a:cs typeface="Times New Roman" panose="02020603050405020304" pitchFamily="18" charset="0"/>
                        </a:rPr>
                        <a:t>.</a:t>
                      </a:r>
                      <a:r>
                        <a:rPr lang="en-US" altLang="zh-CN" dirty="0">
                          <a:latin typeface="Times New Roman" panose="02020603050405020304" pitchFamily="18" charset="0"/>
                          <a:ea typeface="微软雅黑" panose="020B0503020204020204" charset="-122"/>
                          <a:cs typeface="Times New Roman" panose="02020603050405020304" pitchFamily="18" charset="0"/>
                        </a:rPr>
                        <a:t>6</a:t>
                      </a:r>
                      <a:r>
                        <a:rPr lang="zh-CN" altLang="en-US" dirty="0">
                          <a:latin typeface="Times New Roman" panose="02020603050405020304" pitchFamily="18" charset="0"/>
                          <a:ea typeface="微软雅黑" panose="020B0503020204020204" charset="-122"/>
                          <a:cs typeface="Times New Roman" panose="02020603050405020304" pitchFamily="18" charset="0"/>
                        </a:rPr>
                        <a:t>-202</a:t>
                      </a:r>
                      <a:r>
                        <a:rPr lang="en-US" altLang="zh-CN" dirty="0">
                          <a:latin typeface="Times New Roman" panose="02020603050405020304" pitchFamily="18" charset="0"/>
                          <a:ea typeface="微软雅黑" panose="020B0503020204020204" charset="-122"/>
                          <a:cs typeface="Times New Roman" panose="02020603050405020304" pitchFamily="18" charset="0"/>
                        </a:rPr>
                        <a:t>5</a:t>
                      </a:r>
                      <a:r>
                        <a:rPr lang="zh-CN" altLang="en-US" dirty="0">
                          <a:latin typeface="Times New Roman" panose="02020603050405020304" pitchFamily="18" charset="0"/>
                          <a:ea typeface="微软雅黑" panose="020B0503020204020204" charset="-122"/>
                          <a:cs typeface="Times New Roman" panose="02020603050405020304" pitchFamily="18" charset="0"/>
                        </a:rPr>
                        <a:t>.9</a:t>
                      </a:r>
                    </a:p>
                  </a:txBody>
                  <a:tcPr/>
                </a:tc>
                <a:tc>
                  <a:txBody>
                    <a:bodyPr/>
                    <a:lstStyle/>
                    <a:p>
                      <a:pPr algn="ctr" fontAlgn="ctr">
                        <a:buNone/>
                      </a:pPr>
                      <a:r>
                        <a:rPr lang="zh-CN" altLang="en-US" dirty="0">
                          <a:latin typeface="Times New Roman" panose="02020603050405020304" pitchFamily="18" charset="0"/>
                          <a:ea typeface="微软雅黑" panose="020B0503020204020204" charset="-122"/>
                        </a:rPr>
                        <a:t>实验方案优化</a:t>
                      </a:r>
                    </a:p>
                  </a:txBody>
                  <a:tcPr/>
                </a:tc>
                <a:extLst>
                  <a:ext uri="{0D108BD9-81ED-4DB2-BD59-A6C34878D82A}">
                    <a16:rowId xmlns:a16="http://schemas.microsoft.com/office/drawing/2014/main" val="10004"/>
                  </a:ext>
                </a:extLst>
              </a:tr>
              <a:tr h="381000">
                <a:tc>
                  <a:txBody>
                    <a:bodyPr/>
                    <a:lstStyle/>
                    <a:p>
                      <a:pPr algn="ctr" fontAlgn="ctr">
                        <a:buNone/>
                      </a:pPr>
                      <a:r>
                        <a:rPr lang="zh-CN" altLang="en-US" dirty="0">
                          <a:latin typeface="Times New Roman" panose="02020603050405020304" pitchFamily="18" charset="0"/>
                          <a:ea typeface="微软雅黑" panose="020B0503020204020204" charset="-122"/>
                          <a:cs typeface="Times New Roman" panose="02020603050405020304" pitchFamily="18" charset="0"/>
                        </a:rPr>
                        <a:t>202</a:t>
                      </a:r>
                      <a:r>
                        <a:rPr lang="en-US" altLang="zh-CN" dirty="0">
                          <a:latin typeface="Times New Roman" panose="02020603050405020304" pitchFamily="18" charset="0"/>
                          <a:ea typeface="微软雅黑" panose="020B0503020204020204" charset="-122"/>
                          <a:cs typeface="Times New Roman" panose="02020603050405020304" pitchFamily="18" charset="0"/>
                        </a:rPr>
                        <a:t>5</a:t>
                      </a:r>
                      <a:r>
                        <a:rPr lang="zh-CN" altLang="en-US" dirty="0">
                          <a:latin typeface="Times New Roman" panose="02020603050405020304" pitchFamily="18" charset="0"/>
                          <a:ea typeface="微软雅黑" panose="020B0503020204020204" charset="-122"/>
                          <a:cs typeface="Times New Roman" panose="02020603050405020304" pitchFamily="18" charset="0"/>
                        </a:rPr>
                        <a:t>.10</a:t>
                      </a:r>
                    </a:p>
                  </a:txBody>
                  <a:tcPr/>
                </a:tc>
                <a:tc>
                  <a:txBody>
                    <a:bodyPr/>
                    <a:lstStyle/>
                    <a:p>
                      <a:pPr algn="ctr" fontAlgn="ctr">
                        <a:buNone/>
                      </a:pPr>
                      <a:r>
                        <a:rPr lang="zh-CN" altLang="en-US" dirty="0">
                          <a:latin typeface="Times New Roman" panose="02020603050405020304" pitchFamily="18" charset="0"/>
                          <a:ea typeface="微软雅黑" panose="020B0503020204020204" charset="-122"/>
                        </a:rPr>
                        <a:t>中期审核</a:t>
                      </a:r>
                    </a:p>
                  </a:txBody>
                  <a:tcPr/>
                </a:tc>
                <a:extLst>
                  <a:ext uri="{0D108BD9-81ED-4DB2-BD59-A6C34878D82A}">
                    <a16:rowId xmlns:a16="http://schemas.microsoft.com/office/drawing/2014/main" val="10005"/>
                  </a:ext>
                </a:extLst>
              </a:tr>
              <a:tr h="381000">
                <a:tc>
                  <a:txBody>
                    <a:bodyPr/>
                    <a:lstStyle/>
                    <a:p>
                      <a:pPr algn="ctr" fontAlgn="ctr">
                        <a:buNone/>
                      </a:pPr>
                      <a:r>
                        <a:rPr lang="zh-CN" altLang="en-US" dirty="0">
                          <a:latin typeface="Times New Roman" panose="02020603050405020304" pitchFamily="18" charset="0"/>
                          <a:ea typeface="微软雅黑" panose="020B0503020204020204" charset="-122"/>
                          <a:cs typeface="Times New Roman" panose="02020603050405020304" pitchFamily="18" charset="0"/>
                        </a:rPr>
                        <a:t>202</a:t>
                      </a:r>
                      <a:r>
                        <a:rPr lang="en-US" altLang="zh-CN" dirty="0">
                          <a:latin typeface="Times New Roman" panose="02020603050405020304" pitchFamily="18" charset="0"/>
                          <a:ea typeface="微软雅黑" panose="020B0503020204020204" charset="-122"/>
                          <a:cs typeface="Times New Roman" panose="02020603050405020304" pitchFamily="18" charset="0"/>
                        </a:rPr>
                        <a:t>5</a:t>
                      </a:r>
                      <a:r>
                        <a:rPr lang="zh-CN" altLang="en-US" dirty="0">
                          <a:latin typeface="Times New Roman" panose="02020603050405020304" pitchFamily="18" charset="0"/>
                          <a:ea typeface="微软雅黑" panose="020B0503020204020204" charset="-122"/>
                          <a:cs typeface="Times New Roman" panose="02020603050405020304" pitchFamily="18" charset="0"/>
                        </a:rPr>
                        <a:t>.11-202</a:t>
                      </a:r>
                      <a:r>
                        <a:rPr lang="en-US" altLang="zh-CN" dirty="0">
                          <a:latin typeface="Times New Roman" panose="02020603050405020304" pitchFamily="18" charset="0"/>
                          <a:ea typeface="微软雅黑" panose="020B0503020204020204" charset="-122"/>
                          <a:cs typeface="Times New Roman" panose="02020603050405020304" pitchFamily="18" charset="0"/>
                        </a:rPr>
                        <a:t>6</a:t>
                      </a:r>
                      <a:r>
                        <a:rPr lang="zh-CN" altLang="en-US" dirty="0">
                          <a:latin typeface="Times New Roman" panose="02020603050405020304" pitchFamily="18" charset="0"/>
                          <a:ea typeface="微软雅黑" panose="020B0503020204020204" charset="-122"/>
                          <a:cs typeface="Times New Roman" panose="02020603050405020304" pitchFamily="18" charset="0"/>
                        </a:rPr>
                        <a:t>.4</a:t>
                      </a:r>
                    </a:p>
                  </a:txBody>
                  <a:tcPr/>
                </a:tc>
                <a:tc>
                  <a:txBody>
                    <a:bodyPr/>
                    <a:lstStyle/>
                    <a:p>
                      <a:pPr algn="ctr" fontAlgn="ctr">
                        <a:buNone/>
                      </a:pPr>
                      <a:r>
                        <a:rPr lang="zh-CN" altLang="en-US" dirty="0">
                          <a:latin typeface="Times New Roman" panose="02020603050405020304" pitchFamily="18" charset="0"/>
                          <a:ea typeface="微软雅黑" panose="020B0503020204020204" charset="-122"/>
                        </a:rPr>
                        <a:t>实验进一步完善、论文撰写</a:t>
                      </a:r>
                    </a:p>
                  </a:txBody>
                  <a:tcPr/>
                </a:tc>
                <a:extLst>
                  <a:ext uri="{0D108BD9-81ED-4DB2-BD59-A6C34878D82A}">
                    <a16:rowId xmlns:a16="http://schemas.microsoft.com/office/drawing/2014/main" val="10006"/>
                  </a:ext>
                </a:extLst>
              </a:tr>
              <a:tr h="381000">
                <a:tc>
                  <a:txBody>
                    <a:bodyPr/>
                    <a:lstStyle/>
                    <a:p>
                      <a:pPr algn="ctr" fontAlgn="ctr">
                        <a:buNone/>
                      </a:pPr>
                      <a:r>
                        <a:rPr lang="zh-CN" altLang="en-US" dirty="0">
                          <a:latin typeface="Times New Roman" panose="02020603050405020304" pitchFamily="18" charset="0"/>
                          <a:ea typeface="微软雅黑" panose="020B0503020204020204" charset="-122"/>
                          <a:cs typeface="Times New Roman" panose="02020603050405020304" pitchFamily="18" charset="0"/>
                        </a:rPr>
                        <a:t>202</a:t>
                      </a:r>
                      <a:r>
                        <a:rPr lang="en-US" altLang="zh-CN" dirty="0">
                          <a:latin typeface="Times New Roman" panose="02020603050405020304" pitchFamily="18" charset="0"/>
                          <a:ea typeface="微软雅黑" panose="020B0503020204020204" charset="-122"/>
                          <a:cs typeface="Times New Roman" panose="02020603050405020304" pitchFamily="18" charset="0"/>
                        </a:rPr>
                        <a:t>6</a:t>
                      </a:r>
                      <a:r>
                        <a:rPr lang="zh-CN" altLang="en-US" dirty="0">
                          <a:latin typeface="Times New Roman" panose="02020603050405020304" pitchFamily="18" charset="0"/>
                          <a:ea typeface="微软雅黑" panose="020B0503020204020204" charset="-122"/>
                          <a:cs typeface="Times New Roman" panose="02020603050405020304" pitchFamily="18" charset="0"/>
                        </a:rPr>
                        <a:t>.5</a:t>
                      </a:r>
                    </a:p>
                  </a:txBody>
                  <a:tcPr/>
                </a:tc>
                <a:tc>
                  <a:txBody>
                    <a:bodyPr/>
                    <a:lstStyle/>
                    <a:p>
                      <a:pPr algn="ctr" fontAlgn="ctr">
                        <a:buNone/>
                      </a:pPr>
                      <a:r>
                        <a:rPr lang="zh-CN" altLang="en-US" dirty="0">
                          <a:latin typeface="Times New Roman" panose="02020603050405020304" pitchFamily="18" charset="0"/>
                          <a:ea typeface="微软雅黑" panose="020B0503020204020204" charset="-122"/>
                        </a:rPr>
                        <a:t>答辩准备</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328933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中国石化标识-01.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380" y="4227980"/>
            <a:ext cx="1475570" cy="540541"/>
          </a:xfrm>
          <a:prstGeom prst="rect">
            <a:avLst/>
          </a:prstGeom>
        </p:spPr>
      </p:pic>
      <p:sp>
        <p:nvSpPr>
          <p:cNvPr id="2" name="文本框 1">
            <a:extLst>
              <a:ext uri="{FF2B5EF4-FFF2-40B4-BE49-F238E27FC236}">
                <a16:creationId xmlns:a16="http://schemas.microsoft.com/office/drawing/2014/main" id="{782C84DD-CF10-DE17-331F-104DF3854F84}"/>
              </a:ext>
            </a:extLst>
          </p:cNvPr>
          <p:cNvSpPr txBox="1"/>
          <p:nvPr/>
        </p:nvSpPr>
        <p:spPr>
          <a:xfrm>
            <a:off x="1331550" y="1491600"/>
            <a:ext cx="5716627" cy="1446550"/>
          </a:xfrm>
          <a:prstGeom prst="rect">
            <a:avLst/>
          </a:prstGeom>
          <a:noFill/>
        </p:spPr>
        <p:txBody>
          <a:bodyPr wrap="square" rtlCol="0">
            <a:spAutoFit/>
          </a:bodyPr>
          <a:lstStyle/>
          <a:p>
            <a:pPr algn="ctr"/>
            <a:r>
              <a:rPr kumimoji="1" lang="zh-CN" altLang="en-US" sz="4400" b="1" kern="2200" dirty="0">
                <a:solidFill>
                  <a:srgbClr val="CD0A20"/>
                </a:solidFill>
                <a:latin typeface="黑体" panose="02010609060101010101" pitchFamily="49" charset="-122"/>
                <a:ea typeface="黑体" panose="02010609060101010101" pitchFamily="49" charset="-122"/>
                <a:cs typeface="Arial" panose="020B0604020202020204"/>
              </a:rPr>
              <a:t>谢谢各位老师的聆听！</a:t>
            </a:r>
            <a:endParaRPr kumimoji="1" lang="en-US" altLang="zh-CN" sz="4400" b="1" kern="2200" dirty="0">
              <a:solidFill>
                <a:srgbClr val="CD0A20"/>
              </a:solidFill>
              <a:latin typeface="黑体" panose="02010609060101010101" pitchFamily="49" charset="-122"/>
              <a:ea typeface="黑体" panose="02010609060101010101" pitchFamily="49" charset="-122"/>
              <a:cs typeface="Arial" panose="020B0604020202020204"/>
            </a:endParaRPr>
          </a:p>
          <a:p>
            <a:pPr algn="ctr"/>
            <a:r>
              <a:rPr kumimoji="1" lang="zh-CN" altLang="en-US" sz="4400" b="1" kern="2200" dirty="0">
                <a:solidFill>
                  <a:srgbClr val="CD0A20"/>
                </a:solidFill>
                <a:latin typeface="黑体" panose="02010609060101010101" pitchFamily="49" charset="-122"/>
                <a:ea typeface="黑体" panose="02010609060101010101" pitchFamily="49" charset="-122"/>
                <a:cs typeface="Arial" panose="020B0604020202020204"/>
              </a:rPr>
              <a:t>欢迎批评和指正！</a:t>
            </a:r>
            <a:endParaRPr kumimoji="1" lang="en-US" altLang="zh-CN" sz="4400" b="1" kern="2200" dirty="0">
              <a:solidFill>
                <a:srgbClr val="CD0A20"/>
              </a:solidFill>
              <a:latin typeface="黑体" panose="02010609060101010101" pitchFamily="49" charset="-122"/>
              <a:ea typeface="黑体" panose="02010609060101010101" pitchFamily="49" charset="-122"/>
              <a:cs typeface="Arial" panose="020B060402020202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119,&quot;width&quot;:4920.228346456693}"/>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32.7"/>
  <p:tag name="KSO_WM_UNIT_TEXTBOXSTYLE_ADJUSTTOP" val="0_6.650002"/>
  <p:tag name="KSO_WM_UNIT_TEXTBOXSTYLE_ADJUSTHEIGTH" val="100_-8.999842"/>
  <p:tag name="KSO_WM_UNIT_HIGHLIGHT" val="0"/>
  <p:tag name="KSO_WM_UNIT_COMPATIBLE" val="0"/>
  <p:tag name="KSO_WM_UNIT_DIAGRAM_ISNUMVISUAL" val="0"/>
  <p:tag name="KSO_WM_UNIT_DIAGRAM_ISREFERUNIT" val="0"/>
  <p:tag name="KSO_WM_UNIT_TYPE" val="i"/>
  <p:tag name="KSO_WM_UNIT_INDEX" val="1"/>
  <p:tag name="KSO_WM_UNIT_ID" val="mixed20201883_18*i*1"/>
  <p:tag name="KSO_WM_TEMPLATE_CATEGORY" val="mixed"/>
  <p:tag name="KSO_WM_TEMPLATE_INDEX" val="20201883"/>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6.xml><?xml version="1.0" encoding="utf-8"?>
<p:tagLst xmlns:a="http://schemas.openxmlformats.org/drawingml/2006/main" xmlns:r="http://schemas.openxmlformats.org/officeDocument/2006/relationships" xmlns:p="http://schemas.openxmlformats.org/presentationml/2006/main">
  <p:tag name="KSO_WM_UNIT_TEXTBOXSTYLE_SHAPETYPE" val="1"/>
  <p:tag name="KSO_WM_UNIT_TEXTBOXSTYLE_ADJUSTLEFT" val="0_-19.06827"/>
  <p:tag name="KSO_WM_UNIT_TEXTBOXSTYLE_ADJUSTTOP" val="50_1.059998"/>
  <p:tag name="KSO_WM_UNIT_TEXTBOXSTYLE_ADJUSTHEIGTH" val="100_-14.99992"/>
  <p:tag name="KSO_WM_UNIT_HIGHLIGHT" val="0"/>
  <p:tag name="KSO_WM_UNIT_COMPATIBLE" val="0"/>
  <p:tag name="KSO_WM_UNIT_DIAGRAM_ISNUMVISUAL" val="0"/>
  <p:tag name="KSO_WM_UNIT_DIAGRAM_ISREFERUNIT" val="0"/>
  <p:tag name="KSO_WM_UNIT_TYPE" val="i"/>
  <p:tag name="KSO_WM_UNIT_INDEX" val="2"/>
  <p:tag name="KSO_WM_UNIT_ID" val="mixed20201883_18*i*2"/>
  <p:tag name="KSO_WM_TEMPLATE_CATEGORY" val="mixed"/>
  <p:tag name="KSO_WM_TEMPLATE_INDEX" val="20201883"/>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BOXSTYLE_SHAPETYPE" val="0"/>
  <p:tag name="KSO_WM_UNIT_TEXTBOXSTYLE_TEMPLATETYPE" val="1"/>
  <p:tag name="KSO_WM_UNIT_ISCONTENTSTITLE" val="0"/>
  <p:tag name="KSO_WM_UNIT_PRESET_TEXT" val="单击此处输入正文标题内容"/>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mixed20201883_18*a*1"/>
  <p:tag name="KSO_WM_TEMPLATE_CATEGORY" val="mixed"/>
  <p:tag name="KSO_WM_TEMPLATE_INDEX" val="20201883"/>
  <p:tag name="KSO_WM_UNIT_LAYERLEVEL" val="1"/>
  <p:tag name="KSO_WM_TAG_VERSION" val="1.0"/>
  <p:tag name="KSO_WM_BEAUTIFY_FLAG" val="#wm#"/>
  <p:tag name="KSO_WM_UNIT_TEXTBOXSTYLE_GUID" val="{bba0877e-d8f8-4b3c-86bf-afb409e98db4}"/>
  <p:tag name="KSO_WM_UNIT_TEXTBOXSTYLE_TYPE" val="3"/>
  <p:tag name="KSO_WM_UNIT_TEXT_FILL_FORE_SCHEMECOLOR_INDEX_BRIGHTNESS" val="0.25"/>
  <p:tag name="KSO_WM_UNIT_TEXT_FILL_FORE_SCHEMECOLOR_INDEX" val="13"/>
  <p:tag name="KSO_WM_UNIT_TEXT_FILL_TYPE"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514</TotalTime>
  <Words>3594</Words>
  <Application>Microsoft Office PowerPoint</Application>
  <PresentationFormat>全屏显示(16:9)</PresentationFormat>
  <Paragraphs>517</Paragraphs>
  <Slides>30</Slides>
  <Notes>25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方正兰亭中黑简体</vt:lpstr>
      <vt:lpstr>黑体</vt:lpstr>
      <vt:lpstr>微软雅黑</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武敏</dc:creator>
  <cp:lastModifiedBy>超 戴</cp:lastModifiedBy>
  <cp:revision>68</cp:revision>
  <dcterms:created xsi:type="dcterms:W3CDTF">2014-09-04T11:10:00Z</dcterms:created>
  <dcterms:modified xsi:type="dcterms:W3CDTF">2024-05-23T23:49:54Z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2052-10.1.0.6393</vt:lpwstr>
  </property>
</Properties>
</file>